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Encuadrar la sesion como la mas tecnica de la serie: hoy el agente edita el modelo semantico directamente en disco (TMDL), sin abrir Power BI Desktop, y todo el cambio pasa por Git antes de llegar a produccion.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agenda rapido, 30 segundos. Es literalmente el orden en el que vamos a trabajar en vivo sobre el mismo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esto antes de la demo evita confusion: el modelo (Azure OpenAI, deployment gpt-5-codex sobre el recurso agentesseguros) es quien razona; el MCP server es quien realmente lee y escribe los archivos TMDL. Codex es el orquestador entre ambos, corriendo como extension dentro de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no es que el agente sea magico, es que el resultado final sigue siendo texto plano versionable. Eso es lo que lo hace apto para un entorno de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mapa mental de toda la sesion. Cada bloque de la demo de hoy corresponde a un nodo de este diagrama, en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dataset real del Excel de practica: Ventas y Presupuesto como hechos, cuatro dimensiones alrededor. El detalle de las dos fechas candidatas es a proposito: sirve para mostrar que el agente pide confirmacion en vez de adivinar.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paso es literalmente un prompt que se va a lanzar en vivo, en este orden, sobre el modelo del Excel. El paso 4 es clave: sin la tabla _Medidas, el resto de la demo se desordena.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prompt por grafico, deliberadamente simple. El objetivo pedagogico no es la complejidad, es que se vea el patron: describir el grafico y la medida, nada 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fuerte de la sesion: demo en vivo antes/despues. Renombrar AGENTS.md, pedir una medida nueva (ej. Ticket Medio) y mostrar que sale con nombre tecnico y fuera de _Medidas. Volver a poner el archivo, repetir el mismo prompt, mostrar el contraste. Cerrar mencionando que Claude Code usa el mismo concepto con el nombre CLAUDE.md: no es una rareza de una sola herramienta.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agente no reemplaza la revision de codigo, la habilita a nivel de modelo semantico. Antes esto solo se podia inspeccionar objeto por objeto en la UI. Mostrar el PR real en pantalla si da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este paso deliberadamente esquematico: el objetivo es que el grupo discuta que validaciones automaticas tienen sentido antes de cerrar el YAML definitivo para su organizacion.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tiempo real para esto, no acelerar. Es la parte que mas se recuerda de una sesion tecnica: no el codigo, sino la discusion sobre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Dejar el repo del MCP server en pantalla mientras se abre el turno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TMDL + MCP + PBIP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agéntico de modelos semánticos con Git y CI/CD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201168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 con Codex en VS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Vicente Antonio Juan Magallanes  ·  Microsoft MVP, Data Platform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hacer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el agente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39572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abre el modelo desde la carpeta PBIP en disco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084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011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relaciones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39572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propone y crea las relaciones del modelo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822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7490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básicas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13308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Netas, Beneficio Total, Margen %...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56616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3822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37490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medidas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413308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Organizamos todo en una tabla dedicada, _Medidas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559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559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5486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587044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gráficos, un prompt por gráfico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53035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9672" y="5559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519672" y="5559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5486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Diff, PR y CI/CD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78040" y="587044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Revisamos el cambio como equipo antes de desplegar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ARRANCAR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hay detrás de Codex hoy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no piensa por sí solo: es el punto de encuentro entre un modelo que razona y una herramienta que ejecuta cambios en disco.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+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extensión Codex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escribes el prompt, ves el plan y revisas el diff antes de aceptar nada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22192" y="3557016"/>
            <a:ext cx="448056" cy="292608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233172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 · MODELO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971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OpenAI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gpt-5-codex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39776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que razona sobre el requisito y decide qué herramientas invocar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91272" y="3557016"/>
            <a:ext cx="448056" cy="292608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33172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· HERRAMIENTAS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78240" y="2971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Modeling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78240" y="39776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de lectura y escritura a la carpeta PBIP, sobre TMDL real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cambia con este flujo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Editar el modelo desde la UI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abierto, un cambio a la vez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historial claro de qué cambió y por qué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= comparar capturas de pantalla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488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TMDL + MCP + GIT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agente edita, tú revisas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31089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lee y escribe TMDL directo en disco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es un diff legible, línea por línea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= Pull Request, como cualquier otro código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completo, de punta a punta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65176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651760"/>
            <a:ext cx="1453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3209544"/>
            <a:ext cx="274320" cy="25603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265176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2651760"/>
            <a:ext cx="1453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Code)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3209544"/>
            <a:ext cx="274320" cy="25603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265176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2651760"/>
            <a:ext cx="1453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Modeling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3209544"/>
            <a:ext cx="274320" cy="25603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265176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5A62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2651760"/>
            <a:ext cx="1453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PBIP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(TMDL)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18120" y="3209544"/>
            <a:ext cx="274320" cy="25603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265176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5592" y="2651760"/>
            <a:ext cx="1453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en Git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Pull Request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92640" y="3209544"/>
            <a:ext cx="274320" cy="25603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6960" y="265176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40112" y="2651760"/>
            <a:ext cx="1453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y desplegar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nunca escribe directo en main: todo pasa por revisión humana antes de desplegar.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PRÁCTICA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esquema estrella con un giro real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14600" y="1691640"/>
            <a:ext cx="3566160" cy="21031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080760" y="1691640"/>
            <a:ext cx="3566160" cy="21031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194560" y="3794760"/>
            <a:ext cx="3886200" cy="20116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3794760"/>
            <a:ext cx="3886200" cy="20116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5806440"/>
            <a:ext cx="3886200" cy="914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080760" y="5806440"/>
            <a:ext cx="3886200" cy="914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134874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0" y="13487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78240" y="134874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0" y="13487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25880" y="546354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25880" y="54635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98280" y="546354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280" y="54635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340614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34061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(hechos)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20640" y="5463540"/>
            <a:ext cx="1920240" cy="685800"/>
          </a:xfrm>
          <a:prstGeom prst="roundRect">
            <a:avLst>
              <a:gd name="adj" fmla="val 9333"/>
            </a:avLst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54635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(hechos)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Calendario tienen más de una fecha candidata, y Presupuesto se relaciona con Tiendas y Calendario por separado: el agente tiene que razonar, no solo copiar relaciones obvias.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PARTE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prompts para construir el modelo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2103120"/>
            <a:ext cx="9144" cy="3364992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8196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32120" y="17830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y crea las relaciones del modelo, avisando de ambigüedades antes de escribir nada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715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6609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modelo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2120" y="26243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tablas, relaciones y qué preguntas de negocio permite responder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5570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502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básicas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32120" y="346557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Netas, Beneficio Total, Unidades Vendidas, Margen %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3982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medidas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32120" y="430682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medidas se mueven a una tabla oculta y dedicada: _Medidas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239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184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respondemos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32120" y="51480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ciclo: qué preguntas de negocio ya podemos responder con esto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PARTE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gráficos, un prompt por gráfico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21214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Tarjeta KPI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83080" y="24871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Netas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03120"/>
            <a:ext cx="777240" cy="77724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4709160" y="2606040"/>
            <a:ext cx="274320" cy="22860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2286000"/>
            <a:ext cx="320040" cy="32004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1214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Líneas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0" y="24871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Netas por Mes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103120"/>
            <a:ext cx="777240" cy="77724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2304288"/>
            <a:ext cx="228600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2487168"/>
            <a:ext cx="411480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2670048"/>
            <a:ext cx="594360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21214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Barras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72600" y="24871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por Categoría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959352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233672"/>
            <a:ext cx="777240" cy="77724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" y="4690872"/>
            <a:ext cx="146304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8720" y="4526280"/>
            <a:ext cx="146304" cy="3931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1417320" y="4361688"/>
            <a:ext cx="146304" cy="5577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783080" y="4251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Columnas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83080" y="4617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Netas por Región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43400" y="3959352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4233672"/>
            <a:ext cx="777240" cy="777240"/>
          </a:xfrm>
          <a:prstGeom prst="donut">
            <a:avLst>
              <a:gd name="adj1" fmla="val 0"/>
              <a:gd name="adj2" fmla="val 2160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4251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Donut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77840" y="4617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Netas por Canal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38160" y="3959352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0" y="4233672"/>
            <a:ext cx="777240" cy="777240"/>
          </a:xfrm>
          <a:prstGeom prst="rect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4622292"/>
            <a:ext cx="777240" cy="9144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01100" y="4233672"/>
            <a:ext cx="9144" cy="77724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2600" y="4251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Tabla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372600" y="4617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· Ventas · Beneficio · Margen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PERSISTENTE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AGENTS.md: las reglas del equipo, una sola vez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en la raíz del proyecto  ·  Codex lo carga solo al iniciar sesión  ·  Sin repetir reglas en cada prompt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71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SÍ va aquí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4617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 de medidas y tablas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estables (ej. cómo tratar devoluciones)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viven las medidas (tabla _Medidas)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DAX y flujo de trabajo con Git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74320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7F3E9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971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 va aquí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429000"/>
            <a:ext cx="4617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una sola tarea puntual (van en el prompt)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o datos sensibles: el archivo viaja en Git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negocio genérico que nadie va a repetir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EQUIPO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diff es el punto pedagógico central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66560" cy="4023360"/>
          </a:xfrm>
          <a:prstGeom prst="roundRect">
            <a:avLst>
              <a:gd name="adj" fmla="val 1818"/>
            </a:avLst>
          </a:prstGeom>
          <a:solidFill>
            <a:srgbClr val="1B1F2A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ventas.tmdl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8C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table Ventas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B8C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measure 'Ventas Netas' =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  SUM(Ventas[VentaNeta])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8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CALCULATE(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8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  SUM(Ventas[VentaNeta]),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8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  Ventas[Estado] &lt;&gt; "Devuelta"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8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680960" y="1783080"/>
            <a:ext cx="3931920" cy="1097280"/>
          </a:xfrm>
          <a:prstGeom prst="roundRect">
            <a:avLst>
              <a:gd name="adj" fmla="val 5833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1783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rama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feature/&lt;tarea&gt;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3200400"/>
            <a:ext cx="3931920" cy="1097280"/>
          </a:xfrm>
          <a:prstGeom prst="roundRect">
            <a:avLst>
              <a:gd name="adj" fmla="val 5833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790956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mensaje claro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0" y="4617720"/>
            <a:ext cx="3931920" cy="1097280"/>
          </a:xfrm>
          <a:prstGeom prst="roundRect">
            <a:avLst>
              <a:gd name="adj" fmla="val 5833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4617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abrir el PR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 A PRODUCCIÓN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 mínimo, para discutir en vivo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validate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dispara en cada Pull Request que toque archivos .tmdl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¿Linter de DAX? ¿Reglas BPA? ¿Probar el refresh?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deploy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663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dispara al hacer merge a main, solo si validate pasó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51663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vía API de Fabric / Power BI REST API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607040" y="3703320"/>
            <a:ext cx="457200" cy="457200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114800" cy="41148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GRUPO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de discusión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0" cy="105156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945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termina la autonomía razonable del agente en producción?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0" cy="105156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5661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controles (backups, PR obligatorio, modo de aprobación) son innegociables en tu organización?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0" cy="105156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9377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cambia el rol de quien modela datos cuando el agente propone refactors completos?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demo abierta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7863840" cy="2651760"/>
          </a:xfrm>
          <a:prstGeom prst="roundRect">
            <a:avLst>
              <a:gd name="adj" fmla="val 2759"/>
            </a:avLst>
          </a:prstGeom>
          <a:solidFill>
            <a:srgbClr val="27306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356616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github.com/microsoft/powerbi-modeling-mcp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developers.openai.com/codex/mcp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Documentación de TMDL y formato PBIP — Microsoft Learn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2026-08-02T07:50:53Z</dcterms:created>
  <dcterms:modified xsi:type="dcterms:W3CDTF">2026-08-02T07:50:53Z</dcterms:modified>
</cp:coreProperties>
</file>