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GitHub Copilot + Power BI MCP remoto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Guia completa solo para VS Code / GitHub Copilot: autenticacion, bridge stdio, mcp.json, pruebas y codigo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63EB"/>
                </a:solidFill>
              </a:defRPr>
            </a:pPr>
            <a: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0F172A"/>
                </a:solidFill>
              </a:defRPr>
            </a:pPr>
            <a:r>
              <a:t>Que GitHub Copilot en VS Code pueda consultar un semantic model publicado en Power BI Service usando el MCP remoto oficial de Fabric.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90104" y="1472184"/>
            <a:ext cx="246888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Resultado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947672"/>
            <a:ext cx="33924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Copilot usa powerbi-remote y ve herramientas remotas de Power BI.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063240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90104" y="3209544"/>
            <a:ext cx="2468880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Alcance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3685032"/>
            <a:ext cx="33924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Esta presentacion NO cubre Codex ni Power BI Desktop local.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475569"/>
                </a:solidFill>
              </a:defRPr>
            </a:pPr>
            <a:r>
              <a:t>Modelo de ejemplo: MicrosoftReactor | semanticModelId: b62c59a0-4730-4328-ac2e-293328810f8d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Arquitectura final solo GitHub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9224" y="2295144"/>
            <a:ext cx="2039112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770632"/>
            <a:ext cx="1929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GitHub Copilot Agent mode.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48840"/>
            <a:ext cx="2788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75304" y="2295144"/>
            <a:ext cx="2468880" cy="34747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MCP stdio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770632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Node.js index.js local.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14884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58584" y="2295144"/>
            <a:ext cx="1719072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770632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Obtiene Bearer token.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14884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0344" y="2295144"/>
            <a:ext cx="1947672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Power BI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65208" y="2770632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Endpoint remoto oficial.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52928" y="2697480"/>
            <a:ext cx="48463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36208" y="2697480"/>
            <a:ext cx="484632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42248" y="2697480"/>
            <a:ext cx="530352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4069080"/>
            <a:ext cx="1060704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4160520"/>
            <a:ext cx="10405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  <a:latin typeface="Consolas"/>
              </a:defRPr>
            </a:pPr>
            <a:r>
              <a:t>Copilot -&gt; stdio bridge local -&gt; https://api.fabric.microsoft.com/v1/mcp/powerbi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Por que no usamos HTTP directo en VS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289304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Camino oficial directo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mcp.json apuntando directo a https://api.fabric...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VS Code intenta OAuth automatico.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El navegador puede mostrar login correcto.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Pero initialize cae con AADSTS9010010 o TokenIsMissing.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73152" cy="4480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289304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Camino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VS Code arranca un MCP local por stdio.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El bridge obtiene token con Azure CLI.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El bridge llama al remoto con Authorization Bearer.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Copilot recibe las herramientas como MCP normales.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Sesiones: quien autentica contra 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1605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588752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onsolas"/>
              </a:defRPr>
            </a:pPr>
            <a:r>
              <a:t>Componente               Autenticacion                 Uso</a:t>
            </a:r>
            <a:br/>
            <a:r>
              <a:t>------------------------  -----------------------------  -------------------------------</a:t>
            </a:r>
            <a:br/>
            <a:r>
              <a:t>GitHub Copilot en VS Code Sesion GitHub/Copilot          Usar el modelo de IA</a:t>
            </a:r>
            <a:br/>
            <a:r>
              <a:t>MCP stdio bridge          No tiene login propio          Traduce stdio -&gt; HTTP remoto</a:t>
            </a:r>
            <a:br/>
            <a:r>
              <a:t>Azure CLI                 az login contra Entra ID       Obtiene access token Power BI</a:t>
            </a:r>
            <a:br/>
            <a:r>
              <a:t>Power BI/Fabric MCP       Bearer token de Microsoft      Autoriza llamadas al remoto</a:t>
            </a:r>
            <a:br/>
            <a:r>
              <a:t>Semantic model            Permisos del usuario Power BI  Permite leer esquema/datos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El token representa a tu usuario normal de Microsoft Entra. No es service principal y no usa client secret.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Requisitos previos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Windows.</a:t>
            </a:r>
          </a:p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Visual Studio Code.</a:t>
            </a:r>
          </a:p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GitHub Copilot / Copilot Chat instalado.</a:t>
            </a:r>
          </a:p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Sesion iniciada en GitHub Copilot.</a:t>
            </a:r>
          </a:p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Node.js instalado.</a:t>
            </a:r>
          </a:p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Azure CLI instalado.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Usuario con acceso al workspace.</a:t>
            </a:r>
          </a:p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Usuario con permisos sobre el semantic model.</a:t>
            </a:r>
          </a:p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Tenant ID conocido.</a:t>
            </a:r>
          </a:p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semanticModelId conocido.</a:t>
            </a:r>
          </a:p>
          <a:p>
            <a:pPr>
              <a:spcAft>
                <a:spcPts val="400"/>
              </a:spcAft>
              <a:defRPr sz="1450">
                <a:solidFill>
                  <a:srgbClr val="0F172A"/>
                </a:solidFill>
              </a:defRPr>
            </a:pPr>
            <a:r>
              <a:t>MCP remoto Power BI disponible en el tenant.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Datos usados en nuestro caso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78992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588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E2E8F0"/>
                </a:solidFill>
                <a:latin typeface="Consolas"/>
              </a:defRPr>
            </a:pPr>
            <a:r>
              <a:t>TENANT_ID = 9115fcaf-a94d-40b1-a3ba-b062c80555e0</a:t>
            </a:r>
            <a:br/>
            <a:r>
              <a:t>SEMANTIC_MODEL_ID = b62c59a0-4730-4328-ac2e-293328810f8d</a:t>
            </a:r>
            <a:br/>
            <a:r>
              <a:t>POWERBI_RESOURCE = https://analysis.windows.net/powerbi/api</a:t>
            </a:r>
            <a:br/>
            <a:r>
              <a:t>POWERBI_MCP_REMOTE = https://api.fabric.microsoft.com/v1/mcp/powerbi</a:t>
            </a:r>
            <a:br/>
            <a:r>
              <a:t>BRIDGE_DIR = C:\Users\vicen\Documents\PowerBI-Remote-MCP-Bridge</a:t>
            </a:r>
            <a:br/>
            <a:r>
              <a:t>BRIDGE_FILE = C:\Users\vicen\Documents\PowerBI-Remote-MCP-Bridge\index.js</a:t>
            </a:r>
            <a:br/>
            <a:r>
              <a:t>VSCODE_MCP_JSON = C:\Users\vicen\AppData\Roaming\Code\User\mcp.json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1: comprobar Node.js y Azure CLI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58875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Consolas"/>
              </a:defRPr>
            </a:pPr>
            <a:r>
              <a:t>node --version</a:t>
            </a:r>
            <a:br/>
            <a:r>
              <a:t>npm --version</a:t>
            </a:r>
            <a:br/>
            <a:r>
              <a:t>az --version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03320"/>
            <a:ext cx="10789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70332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84962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Si algun comando no existe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9651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Instalar Node.js desde nodejs.org.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Instalar Azure CLI desde Microsoft Learn.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2: login con Azure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Este login es la autenticacion real que usara el bridge para pedir token a Power BI.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789920" cy="24231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10588752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  <a:latin typeface="Consolas"/>
              </a:defRPr>
            </a:pPr>
            <a:r>
              <a:t>az login --tenant 9115fcaf-a94d-40b1-a3ba-b062c80555e0</a:t>
            </a:r>
            <a:br/>
            <a:br/>
            <a:r>
              <a:t>az account show --query "{user:user.name, tenant:tenantId, subscription:id}" -o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434840"/>
            <a:ext cx="10789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4434840"/>
            <a:ext cx="73152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458114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Que debe ocurrir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2744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t>Se abre el navegador, eliges la cuenta con acceso a Power BI, y az account show devuelve ese usuario y 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3: validar token Power BI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5887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az account get-access-token --resource https://analysis.windows.net/powerbi/api --query expiresOn -o tsv</a:t>
            </a:r>
            <a:br/>
            <a:br/>
            <a:r>
              <a:t># Validar sin imprimir el token:</a:t>
            </a:r>
            <a:br/>
            <a:r>
              <a:t>$t = az account get-access-token --resource https://analysis.windows.net/powerbi/api --query accessToken -o tsv</a:t>
            </a:r>
            <a:br/>
            <a:r>
              <a:t>if ($t) { "TOKEN OK"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94760"/>
            <a:ext cx="10789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794760"/>
            <a:ext cx="73152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94106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Importante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245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No pegues el token en chats ni documentos. El bridge lo obtiene automaticamente desde Azure CLI.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4: crear carpeta del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15544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588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2E8F0"/>
                </a:solidFill>
                <a:latin typeface="Consolas"/>
              </a:defRPr>
            </a:pPr>
            <a:r>
              <a:t>mkdir "$HOME\Documents\PowerBI-Remote-MCP-Bridge"</a:t>
            </a:r>
            <a:br/>
            <a:r>
              <a:t>cd "$HOME\Documents\PowerBI-Remote-MCP-Bridge"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10789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1546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30098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Archivos que se van a crear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611880"/>
            <a:ext cx="10241280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3703320"/>
            <a:ext cx="100401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  <a:latin typeface="Consolas"/>
              </a:defRPr>
            </a:pPr>
            <a:r>
              <a:t>C:\Users\&lt;usuario&gt;\Documents\PowerBI-Remote-MCP-Bridge\package.json</a:t>
            </a:r>
            <a:br/>
            <a:r>
              <a:t>C:\Users\&lt;usuario&gt;\Documents\PowerBI-Remote-MCP-Bridge\index.js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5: crear package.json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75569"/>
                </a:solidFill>
              </a:defRPr>
            </a:pPr>
            <a:r>
              <a:t>Ruta: C:\Users\&lt;usuario&gt;\Documents\PowerBI-Remote-MCP-Bridge\package.json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789920" cy="3429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508760"/>
            <a:ext cx="10588752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  <a:latin typeface="Consolas"/>
              </a:defRPr>
            </a:pPr>
            <a:r>
              <a:t>{</a:t>
            </a:r>
            <a:br/>
            <a:r>
              <a:t>  "name": "powerbi-remote-mcp-bridge",</a:t>
            </a:r>
            <a:br/>
            <a:r>
              <a:t>  "version": "1.0.0",</a:t>
            </a:r>
            <a:br/>
            <a:r>
              <a:t>  "private": true,</a:t>
            </a:r>
            <a:br/>
            <a:r>
              <a:t>  "type": "module",</a:t>
            </a:r>
            <a:br/>
            <a:r>
              <a:t>  "description": "Local stdio MCP bridge to the remote Power BI/Fabric MCP endpoint.",</a:t>
            </a:r>
            <a:br/>
            <a:r>
              <a:t>  "main": "index.js",</a:t>
            </a:r>
            <a:br/>
            <a:r>
              <a:t>  "scripts": {</a:t>
            </a:r>
            <a:br/>
            <a:r>
              <a:t>    "start": "node index.js"</a:t>
            </a:r>
            <a:br/>
            <a:r>
              <a:t>  },</a:t>
            </a:r>
            <a:br/>
            <a:r>
              <a:t>  "dependencies": {</a:t>
            </a:r>
            <a:br/>
            <a:r>
              <a:t>    "@modelcontextprotocol/sdk": "^1.29.0"</a:t>
            </a:r>
            <a:br/>
            <a:r>
              <a:t>  }</a:t>
            </a:r>
            <a:br/>
            <a:r>
              <a:t>}</a:t>
            </a:r>
            <a:br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5257800"/>
            <a:ext cx="10789920" cy="502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5349240"/>
            <a:ext cx="1058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  <a:latin typeface="Consolas"/>
              </a:defRPr>
            </a:pPr>
            <a:r>
              <a:t>npm install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6: crear index.js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663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Contenido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El codigo completo esta en el apendice final, linea por linea.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Este archivo crea un servidor MCP por stdio.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VS Code/Copilot lo arranca automaticamente.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Cuando Copilot lista herramientas, el bridge pregunta al MCP remoto.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Cuando Copilot llama una herramienta, el bridge reenvia la llamada al MCP remoto.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Bridge: constantes principales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588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  <a:latin typeface="Consolas"/>
              </a:defRPr>
            </a:pPr>
            <a:r>
              <a:t>const POWERBI_RESOURCE = "https://analysis.windows.net/powerbi/api";</a:t>
            </a:r>
            <a:br/>
            <a:r>
              <a:t>const POWERBI_MCP_URL = "https://api.fabric.microsoft.com/v1/mcp/powerbi";</a:t>
            </a:r>
            <a:br/>
            <a:r>
              <a:t>const AZ_CANDIDATES = [</a:t>
            </a:r>
            <a:br/>
            <a:r>
              <a:t>  process.env.AZ_CLI_PATH,</a:t>
            </a:r>
            <a:br/>
            <a:r>
              <a:t>  "az",</a:t>
            </a:r>
            <a:br/>
            <a:r>
              <a:t>  "az.cmd",</a:t>
            </a:r>
            <a:br/>
            <a:r>
              <a:t>  "C:\\Program Files (x86)\\Microsoft SDKs\\Azure\\CLI2\\wbin\\az.cmd",</a:t>
            </a:r>
            <a:br/>
            <a:r>
              <a:t>  "C:\\Program Files\\Microsoft SDKs\\Azure\\CLI2\\wbin\\az.cmd",</a:t>
            </a:r>
            <a:br/>
            <a:r>
              <a:t>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4805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El bridge intenta encontrar Azure CLI aunque VS Code no tenga el PATH correcto.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Bridge: como obtiene el 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38862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5887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const azArgs = [</a:t>
            </a:r>
            <a:br/>
            <a:r>
              <a:t>  "account",</a:t>
            </a:r>
            <a:br/>
            <a:r>
              <a:t>  "get-access-token",</a:t>
            </a:r>
            <a:br/>
            <a:r>
              <a:t>  "--resource",</a:t>
            </a:r>
            <a:br/>
            <a:r>
              <a:t>  POWERBI_RESOURCE,</a:t>
            </a:r>
            <a:br/>
            <a:r>
              <a:t>  "--query",</a:t>
            </a:r>
            <a:br/>
            <a:r>
              <a:t>  "{accessToken:accessToken,expiresOn:expiresOn}",</a:t>
            </a:r>
            <a:br/>
            <a:r>
              <a:t>  "-o",</a:t>
            </a:r>
            <a:br/>
            <a:r>
              <a:t>  "json",</a:t>
            </a:r>
            <a:br/>
            <a:r>
              <a:t>];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257800"/>
            <a:ext cx="10789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257800"/>
            <a:ext cx="73152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540410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Sesion usada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48640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t>Usa la sesion local creada por az login. Si az login es de otro usuario, Power BI recibira token de ese otro usuario.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Bridge: como llama al MCP remoto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789920" cy="38862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5887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const response = await fetch(POWERBI_MCP_URL, {</a:t>
            </a:r>
            <a:br/>
            <a:r>
              <a:t>  method: "POST",</a:t>
            </a:r>
            <a:br/>
            <a:r>
              <a:t>  headers: {</a:t>
            </a:r>
            <a:br/>
            <a:r>
              <a:t>    Authorization: `Bearer ${token}`,</a:t>
            </a:r>
            <a:br/>
            <a:r>
              <a:t>    Accept: "application/json, text/event-stream",</a:t>
            </a:r>
            <a:br/>
            <a:r>
              <a:t>    "Content-Type": "application/json",</a:t>
            </a:r>
            <a:br/>
            <a:r>
              <a:t>  },</a:t>
            </a:r>
            <a:br/>
            <a:r>
              <a:t>  body: JSON.stringify(payload),</a:t>
            </a:r>
            <a:br/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578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La respuesta puede venir como JSON o como event-stream; el bridge parsea ambos formatos.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Bridge: herramientas MCP que expone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789920" cy="3429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588752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80">
                <a:solidFill>
                  <a:srgbClr val="E2E8F0"/>
                </a:solidFill>
                <a:latin typeface="Consolas"/>
              </a:defRPr>
            </a:pPr>
            <a:r>
              <a:t>server.setRequestHandler(ListToolsRequestSchema, async () =&gt; {</a:t>
            </a:r>
            <a:br/>
            <a:r>
              <a:t>  await ensureRemoteInitialized();</a:t>
            </a:r>
            <a:br/>
            <a:r>
              <a:t>  const result = await remoteJsonRpc("tools/list", {});</a:t>
            </a:r>
            <a:br/>
            <a:r>
              <a:t>  return { tools: result.tools ?? [] };</a:t>
            </a:r>
            <a:br/>
            <a:r>
              <a:t>});</a:t>
            </a:r>
            <a:br/>
            <a:br/>
            <a:r>
              <a:t>server.setRequestHandler(CallToolRequestSchema, async (request) =&gt; {</a:t>
            </a:r>
            <a:br/>
            <a:r>
              <a:t>  await ensureRemoteInitialized();</a:t>
            </a:r>
            <a:br/>
            <a:r>
              <a:t>  return await remoteJsonRpc("tools/call", request.params);</a:t>
            </a:r>
            <a:br/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7: editar mcp.json de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Archivo: %APPDATA%\Code\User\mcp.json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35661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600200"/>
            <a:ext cx="10588752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{</a:t>
            </a:r>
            <a:br/>
            <a:r>
              <a:t>  "servers": {</a:t>
            </a:r>
            <a:br/>
            <a:r>
              <a:t>    "powerbi-remote": {</a:t>
            </a:r>
            <a:br/>
            <a:r>
              <a:t>      "type": "stdio",</a:t>
            </a:r>
            <a:br/>
            <a:r>
              <a:t>      "command": "C:\\Program Files\\nodejs\\node.exe",</a:t>
            </a:r>
            <a:br/>
            <a:r>
              <a:t>      "args": [</a:t>
            </a:r>
            <a:br/>
            <a:r>
              <a:t>        "C:\\Users\\vicen\\Documents\\PowerBI-Remote-MCP-Bridge\\index.js"</a:t>
            </a:r>
            <a:br/>
            <a:r>
              <a:t>      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  <a:br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475569"/>
                </a:solidFill>
              </a:defRPr>
            </a:pPr>
            <a:r>
              <a:t>Para otra persona, cambiar la ruta C:\Users\vicen\... por su usuario/ruta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8: reiniciar VS Code y el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7899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588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onsolas"/>
              </a:defRPr>
            </a:pPr>
            <a:r>
              <a:t># En VS Code:</a:t>
            </a:r>
            <a:br/>
            <a:r>
              <a:t>Ctrl+Shift+P</a:t>
            </a:r>
            <a:br/>
            <a:r>
              <a:t>Developer: Reload Window</a:t>
            </a:r>
            <a:br/>
            <a:br/>
            <a:r>
              <a:t>Ctrl+Shift+P</a:t>
            </a:r>
            <a:br/>
            <a:r>
              <a:t>MCP: List Servers</a:t>
            </a:r>
            <a:br/>
            <a:r>
              <a:t>powerbi-remote -&gt; Restart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434840"/>
            <a:ext cx="10789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4434840"/>
            <a:ext cx="73152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58114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Que debe pasar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2744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t>VS Code debe arrancar node.exe con index.js. No debe abrir login OAuth del MCP remoto.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9: activar herramientas en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En Copilot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Abrir Chat.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Usar modo Agent.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Abrir Configure Tools.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Activar powerbi-remote.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Confirmar herramientas del 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Herramientas esperadas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F172A"/>
                </a:solidFill>
              </a:defRPr>
            </a:pPr>
            <a:r>
              <a:t>ExecuteQuery</a:t>
            </a:r>
          </a:p>
          <a:p>
            <a:pPr>
              <a:spcAft>
                <a:spcPts val="600"/>
              </a:spcAft>
              <a:defRPr sz="1700">
                <a:solidFill>
                  <a:srgbClr val="0F172A"/>
                </a:solidFill>
              </a:defRPr>
            </a:pPr>
            <a:r>
              <a:t>GenerateQuery</a:t>
            </a:r>
          </a:p>
          <a:p>
            <a:pPr>
              <a:spcAft>
                <a:spcPts val="600"/>
              </a:spcAft>
              <a:defRPr sz="1700">
                <a:solidFill>
                  <a:srgbClr val="0F172A"/>
                </a:solidFill>
              </a:defRPr>
            </a:pPr>
            <a:r>
              <a:t>GetSemanticModelSchema</a:t>
            </a:r>
          </a:p>
          <a:p>
            <a:pPr>
              <a:spcAft>
                <a:spcPts val="600"/>
              </a:spcAft>
              <a:defRPr sz="1700">
                <a:solidFill>
                  <a:srgbClr val="0F172A"/>
                </a:solidFill>
              </a:defRPr>
            </a:pPr>
            <a:r>
              <a:t>GetReportMetadata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10: prompt de prueba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5887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onsolas"/>
              </a:defRPr>
            </a:pPr>
            <a:r>
              <a:t>Usa exclusivamente el MCP `powerbi-remote`.</a:t>
            </a:r>
            <a:br/>
            <a:r>
              <a:t>Obtén el esquema del semanticModelId: b62c59a0-4730-4328-ac2e-293328810f8d.</a:t>
            </a:r>
            <a:br/>
            <a:r>
              <a:t>Devuélveme tablas, columnas y medidas.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520440"/>
            <a:ext cx="10789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52044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66674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Herramienta esperada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Copilot debe llamar a GetSemanticModelSchema desde powerbi-remote.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Resultado esperado con MicrosoftReactor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35204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709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3191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Tablas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DimComprador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DimFecha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DimPais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DimProducto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DimTipoDescuento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51560"/>
            <a:ext cx="35204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051560"/>
            <a:ext cx="73152" cy="4709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197863"/>
            <a:ext cx="3191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Tabla de hechos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60020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Fact_Ventas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Ventas_Brutas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Ventas_Netas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Costos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Beneficios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51560"/>
            <a:ext cx="35204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79" y="1051560"/>
            <a:ext cx="73152" cy="4709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1197863"/>
            <a:ext cx="3191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Medida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7451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Fact_Ventas[Medida]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88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Si aparece esto, Copilot esta consultando el semantic model remoto.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La App Registration: que paso con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Copilot oficial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VS Code/GitHub Copilot usa una app pre-registrada para OAuth.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En la URL vimos client_id: aebc6443-996d-45c2-90f0-388ff96faa56.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Ese no era nuestro Client ID.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Aun asi el flujo termino fallando con AADSTS9010010.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Nuestra App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Client ID creado: 9806dd02-4f2d-49d0-9a72-c445f43fa222.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Sirvio para probar el camino de clientes externos/Codex.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No la usa el bridge final de Copilot.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El bridge final usa Azure CLI.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App Registration: papel actual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En la solucion final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0F172A"/>
                </a:solidFill>
              </a:defRPr>
            </a:pPr>
            <a:r>
              <a:t>No se usa directamente.</a:t>
            </a:r>
          </a:p>
          <a:p>
            <a:pPr>
              <a:spcAft>
                <a:spcPts val="400"/>
              </a:spcAft>
              <a:defRPr sz="1340">
                <a:solidFill>
                  <a:srgbClr val="0F172A"/>
                </a:solidFill>
              </a:defRPr>
            </a:pPr>
            <a:r>
              <a:t>El bridge no lee Client ID.</a:t>
            </a:r>
          </a:p>
          <a:p>
            <a:pPr>
              <a:spcAft>
                <a:spcPts val="400"/>
              </a:spcAft>
              <a:defRPr sz="1340">
                <a:solidFill>
                  <a:srgbClr val="0F172A"/>
                </a:solidFill>
              </a:defRPr>
            </a:pPr>
            <a:r>
              <a:t>El bridge no usa client secret.</a:t>
            </a:r>
          </a:p>
          <a:p>
            <a:pPr>
              <a:spcAft>
                <a:spcPts val="400"/>
              </a:spcAft>
              <a:defRPr sz="1340">
                <a:solidFill>
                  <a:srgbClr val="0F172A"/>
                </a:solidFill>
              </a:defRPr>
            </a:pPr>
            <a:r>
              <a:t>El bridge usa az login.</a:t>
            </a:r>
          </a:p>
          <a:p>
            <a:pPr>
              <a:spcAft>
                <a:spcPts val="400"/>
              </a:spcAft>
              <a:defRPr sz="1340">
                <a:solidFill>
                  <a:srgbClr val="0F172A"/>
                </a:solidFill>
              </a:defRPr>
            </a:pPr>
            <a:r>
              <a:t>Se puede conservar si Microsoft corrige el flujo OAuth directo.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Por que cambiamos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0F172A"/>
                </a:solidFill>
              </a:defRPr>
            </a:pPr>
            <a:r>
              <a:t>El login OAuth podia completarse.</a:t>
            </a:r>
          </a:p>
          <a:p>
            <a:pPr>
              <a:spcAft>
                <a:spcPts val="400"/>
              </a:spcAft>
              <a:defRPr sz="1340">
                <a:solidFill>
                  <a:srgbClr val="0F172A"/>
                </a:solidFill>
              </a:defRPr>
            </a:pPr>
            <a:r>
              <a:t>Pero initialize fallaba.</a:t>
            </a:r>
          </a:p>
          <a:p>
            <a:pPr>
              <a:spcAft>
                <a:spcPts val="400"/>
              </a:spcAft>
              <a:defRPr sz="1340">
                <a:solidFill>
                  <a:srgbClr val="0F172A"/>
                </a:solidFill>
              </a:defRPr>
            </a:pPr>
            <a:r>
              <a:t>El error documentado era resource/scope.</a:t>
            </a:r>
          </a:p>
          <a:p>
            <a:pPr>
              <a:spcAft>
                <a:spcPts val="400"/>
              </a:spcAft>
              <a:defRPr sz="1340">
                <a:solidFill>
                  <a:srgbClr val="0F172A"/>
                </a:solidFill>
              </a:defRPr>
            </a:pPr>
            <a:r>
              <a:t>Por eso usamos stdio bridge + az token.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Troubleshooting: VS Code abre login Microsoft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Significa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VS Code esta usando una config HTTP directa.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O no cargo el mcp.json nuevo.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O el servidor powerbi-remote no apunta a stdio.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Solucion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Revisar %APPDATA%\Code\User\mcp.json.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Debe decir type: stdio.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Developer: Reload Window.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MCP: List Servers -&gt; Restart.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Troubleshooting: Azure CLI no encontrado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Sintoma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El bridge falla al listar herramientas.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Puede aparecer No se encontro Azure CLI.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VS Code a veces no hereda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Solucion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El codigo ya prueba rutas az.cmd comunes.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Si tu Azure CLI esta en otra ruta, definir AZ_CLI_PATH.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Tambien se puede agregar az al PATH del sistema.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Troubleshooting: token o cuenta incorrecta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2971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58875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  <a:latin typeface="Consolas"/>
              </a:defRPr>
            </a:pPr>
            <a:r>
              <a:t>az account show</a:t>
            </a:r>
            <a:br/>
            <a:r>
              <a:t>az logout</a:t>
            </a:r>
            <a:br/>
            <a:r>
              <a:t>az login --tenant 9115fcaf-a94d-40b1-a3ba-b062c80555e0</a:t>
            </a:r>
            <a:br/>
            <a:r>
              <a:t>az account get-access-token --resource https://analysis.windows.net/powerbi/api --query expiresOn -o tsv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434840"/>
            <a:ext cx="10789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443484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58114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Regla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2744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El usuario de az login debe ser el mismo que tiene acceso al workspace/modelo en Power BI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Troubleshooting: AADSTS9010010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Que 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Error de Microsoft Entra.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Resource parameter no coincide con scopes.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Aparecia al intentar OAuth directo.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No deberia aparecer con stdio bridge.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Que hacer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No apuntar VS Code directo a https://api.fabric...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Usar type: stdio en mcp.json.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Confirmar que powerbi-remote arranca index.js.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Reiniciar VS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Validacion independiente del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05840"/>
            <a:ext cx="11201400" cy="5394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97280"/>
            <a:ext cx="1100023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E2E8F0"/>
                </a:solidFill>
                <a:latin typeface="Consolas"/>
              </a:defRPr>
            </a:pPr>
            <a:r>
              <a:t># Desde la carpeta del bridge:</a:t>
            </a:r>
            <a:br/>
            <a:r>
              <a:t>cd "$HOME\Documents\PowerBI-Remote-MCP-Bridge"</a:t>
            </a:r>
            <a:br/>
            <a:br/>
            <a:r>
              <a:t># Validar dependencias:</a:t>
            </a:r>
            <a:br/>
            <a:r>
              <a:t>npm install</a:t>
            </a:r>
            <a:br/>
            <a:br/>
            <a:r>
              <a:t># El bridge se prueba normalmente desde VS Code.</a:t>
            </a:r>
            <a:br/>
            <a:r>
              <a:t># Para validar el remoto sin bridge:</a:t>
            </a:r>
            <a:br/>
            <a:r>
              <a:t>$token = az account get-access-token --resource https://analysis.windows.net/powerbi/api --query accessToken -o tsv</a:t>
            </a:r>
            <a:br/>
            <a:r>
              <a:t>$headers = @{ Authorization = "Bearer $token"; Accept = "application/json, text/event-stream"; "Content-Type" = "application/json" }</a:t>
            </a:r>
            <a:br/>
            <a:r>
              <a:t># Enviar initialize al endpoint remoto si necesitas diagnostico avanzado.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Checklist final de instalacion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892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Orden exacto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t>1. Confirmar acceso al semantic model en Power BI Service.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t>2. Instalar VS Code, GitHub Copilot, Node.js y Azure CLI.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t>3. Ejecutar az login --tenant &lt;TENANT_ID&gt;.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t>4. Crear Documents\PowerBI-Remote-MCP-Bridge.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t>5. Crear package.json e index.js con el codigo completo del apendice.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t>6. Ejecutar npm install.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t>7. Editar %APPDATA%\Code\User\mcp.json.</a:t>
            </a:r>
          </a:p>
          <a:p>
            <a:pPr>
              <a:spcAft>
                <a:spcPts val="300"/>
              </a:spcAft>
              <a:defRPr sz="1400">
                <a:solidFill>
                  <a:srgbClr val="0F172A"/>
                </a:solidFill>
              </a:defRPr>
            </a:pPr>
            <a:r>
              <a:t>8. Reload Window, Restart MCP y probar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Apendices incluidos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Codigo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Apendice A: index.js completo del bridge stdio.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Apendice B: package.json completo.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Apendice C: mcp.json completo de VS Code.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Apendice D: comandos completos de instalacion.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Apendice E: referencias oficiales.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Bridge stdio completo index.js (1/7)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C:\Users\vicen\Documents\PowerBI-Remote-MCP-Bridge\index.js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  1  import { execFileSync, execSync } from "node:child_process";</a:t>
            </a:r>
            <a:br/>
            <a:r>
              <a:t>  2  import { existsSync } from "node:fs";</a:t>
            </a:r>
            <a:br/>
            <a:r>
              <a:t>  3  import { Server } from "@modelcontextprotocol/sdk/server/index.js";</a:t>
            </a:r>
            <a:br/>
            <a:r>
              <a:t>  4  import { StdioServerTransport } from "@modelcontextprotocol/sdk/server/stdio.js";</a:t>
            </a:r>
            <a:br/>
            <a:r>
              <a:t>  5  import {</a:t>
            </a:r>
            <a:br/>
            <a:r>
              <a:t>  6    CallToolRequestSchema,</a:t>
            </a:r>
            <a:br/>
            <a:r>
              <a:t>  7    ErrorCode,</a:t>
            </a:r>
            <a:br/>
            <a:r>
              <a:t>  8    ListToolsRequestSchema,</a:t>
            </a:r>
            <a:br/>
            <a:r>
              <a:t>  9    McpError,</a:t>
            </a:r>
            <a:br/>
            <a:r>
              <a:t> 10  } from "@modelcontextprotocol/sdk/types.js";</a:t>
            </a:r>
            <a:br/>
            <a:r>
              <a:t> 11  </a:t>
            </a:r>
            <a:br/>
            <a:r>
              <a:t> 12  const POWERBI_RESOURCE = "https://analysis.windows.net/powerbi/api";</a:t>
            </a:r>
            <a:br/>
            <a:r>
              <a:t> 13  const POWERBI_MCP_URL = "https://api.fabric.microsoft.com/v1/mcp/powerbi";</a:t>
            </a:r>
            <a:br/>
            <a:r>
              <a:t> 14  const AZ_CANDIDATES = [</a:t>
            </a:r>
            <a:br/>
            <a:r>
              <a:t> 15    process.env.AZ_CLI_PATH,</a:t>
            </a:r>
            <a:br/>
            <a:r>
              <a:t> 16    "az",</a:t>
            </a:r>
            <a:br/>
            <a:r>
              <a:t> 17    "az.cmd",</a:t>
            </a:r>
            <a:br/>
            <a:r>
              <a:t> 18    "C:\\Program Files (x86)\\Microsoft SDKs\\Azure\\CLI2\\wbin\\az.cmd",</a:t>
            </a:r>
            <a:br/>
            <a:r>
              <a:t> 19    "C:\\Program Files\\Microsoft SDKs\\Azure\\CLI2\\wbin\\az.cmd",</a:t>
            </a:r>
            <a:br/>
            <a:r>
              <a:t> 20  ].filter(Boolean);</a:t>
            </a:r>
            <a:br/>
            <a:r>
              <a:t> 21  </a:t>
            </a:r>
            <a:br/>
            <a:r>
              <a:t> 22  let cachedToken = process.env.POWERBI_MCP_TOKEN?.trim() ?? "";</a:t>
            </a:r>
            <a:br/>
            <a:r>
              <a:t> 23  let tokenExpiresAt = 0;</a:t>
            </a:r>
            <a:br/>
            <a:r>
              <a:t> 24  let remoteInitialized = false;</a:t>
            </a:r>
            <a:br/>
            <a:r>
              <a:t> 25  let nextRequestId = 1;</a:t>
            </a:r>
            <a:br/>
            <a:r>
              <a:t> 26  </a:t>
            </a:r>
            <a:br/>
            <a:r>
              <a:t> 27  function getPowerBiToken(forceRefresh = false) {</a:t>
            </a:r>
            <a:br/>
            <a:r>
              <a:t> 28    const now = Date.now();</a:t>
            </a:r>
            <a:br/>
            <a:r>
              <a:t> 29    if (!forceRefresh &amp;&amp; cachedToken &amp;&amp; now &lt; tokenExpiresAt - 60_000) {</a:t>
            </a:r>
            <a:br/>
            <a:r>
              <a:t> 30      return cachedToken;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Bridge stdio completo index.js (2/7)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C:\Users\vicen\Documents\PowerBI-Remote-MCP-Bridge\index.js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 31    }</a:t>
            </a:r>
            <a:br/>
            <a:r>
              <a:t> 32  </a:t>
            </a:r>
            <a:br/>
            <a:r>
              <a:t> 33    if (!forceRefresh &amp;&amp; cachedToken &amp;&amp; !tokenExpiresAt) {</a:t>
            </a:r>
            <a:br/>
            <a:r>
              <a:t> 34      return cachedToken;</a:t>
            </a:r>
            <a:br/>
            <a:r>
              <a:t> 35    }</a:t>
            </a:r>
            <a:br/>
            <a:r>
              <a:t> 36  </a:t>
            </a:r>
            <a:br/>
            <a:r>
              <a:t> 37    const azArgs = [</a:t>
            </a:r>
            <a:br/>
            <a:r>
              <a:t> 38      "account",</a:t>
            </a:r>
            <a:br/>
            <a:r>
              <a:t> 39      "get-access-token",</a:t>
            </a:r>
            <a:br/>
            <a:r>
              <a:t> 40      "--resource",</a:t>
            </a:r>
            <a:br/>
            <a:r>
              <a:t> 41      POWERBI_RESOURCE,</a:t>
            </a:r>
            <a:br/>
            <a:r>
              <a:t> 42      "--query",</a:t>
            </a:r>
            <a:br/>
            <a:r>
              <a:t> 43      "{accessToken:accessToken,expiresOn:expiresOn}",</a:t>
            </a:r>
            <a:br/>
            <a:r>
              <a:t> 44      "-o",</a:t>
            </a:r>
            <a:br/>
            <a:r>
              <a:t> 45      "json",</a:t>
            </a:r>
            <a:br/>
            <a:r>
              <a:t> 46    ];</a:t>
            </a:r>
            <a:br/>
            <a:r>
              <a:t> 47  </a:t>
            </a:r>
            <a:br/>
            <a:r>
              <a:t> 48    function quoteCmdArg(value) {</a:t>
            </a:r>
            <a:br/>
            <a:r>
              <a:t> 49      return `"${String(value).replace(/"/g, '""')}"`;</a:t>
            </a:r>
            <a:br/>
            <a:r>
              <a:t> 50    }</a:t>
            </a:r>
            <a:br/>
            <a:r>
              <a:t> 51  </a:t>
            </a:r>
            <a:br/>
            <a:r>
              <a:t> 52    let raw = "";</a:t>
            </a:r>
            <a:br/>
            <a:r>
              <a:t> 53    let lastError;</a:t>
            </a:r>
            <a:br/>
            <a:r>
              <a:t> 54    for (const candidate of AZ_CANDIDATES) {</a:t>
            </a:r>
            <a:br/>
            <a:r>
              <a:t> 55      try {</a:t>
            </a:r>
            <a:br/>
            <a:r>
              <a:t> 56        if (candidate.includes("\\") &amp;&amp; !existsSync(candidate)) {</a:t>
            </a:r>
            <a:br/>
            <a:r>
              <a:t> 57          continue;</a:t>
            </a:r>
            <a:br/>
            <a:r>
              <a:t> 58        }</a:t>
            </a:r>
            <a:br/>
            <a:r>
              <a:t> 59  </a:t>
            </a:r>
            <a:br/>
            <a:r>
              <a:t> 60        if (process.platform === "win32" &amp;&amp; candidate.toLowerCase().endsWith(".cmd"))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Bridge stdio completo index.js (3/7)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C:\Users\vicen\Documents\PowerBI-Remote-MCP-Bridge\index.js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 61          raw = execSync(["call", quoteCmdArg(candidate), ...azArgs.map(quoteCmdArg)].join(" "), {</a:t>
            </a:r>
            <a:br/>
            <a:r>
              <a:t> 62            encoding: "utf8",</a:t>
            </a:r>
            <a:br/>
            <a:r>
              <a:t> 63            windowsHide: true,</a:t>
            </a:r>
            <a:br/>
            <a:r>
              <a:t> 64          });</a:t>
            </a:r>
            <a:br/>
            <a:r>
              <a:t> 65        } else {</a:t>
            </a:r>
            <a:br/>
            <a:r>
              <a:t> 66          raw = execFileSync(candidate, azArgs, {</a:t>
            </a:r>
            <a:br/>
            <a:r>
              <a:t> 67            encoding: "utf8",</a:t>
            </a:r>
            <a:br/>
            <a:r>
              <a:t> 68            windowsHide: true,</a:t>
            </a:r>
            <a:br/>
            <a:r>
              <a:t> 69          });</a:t>
            </a:r>
            <a:br/>
            <a:r>
              <a:t> 70        }</a:t>
            </a:r>
            <a:br/>
            <a:r>
              <a:t> 71        break;</a:t>
            </a:r>
            <a:br/>
            <a:r>
              <a:t> 72      } catch (error) {</a:t>
            </a:r>
            <a:br/>
            <a:r>
              <a:t> 73        lastError = error;</a:t>
            </a:r>
            <a:br/>
            <a:r>
              <a:t> 74      }</a:t>
            </a:r>
            <a:br/>
            <a:r>
              <a:t> 75    }</a:t>
            </a:r>
            <a:br/>
            <a:r>
              <a:t> 76  </a:t>
            </a:r>
            <a:br/>
            <a:r>
              <a:t> 77    if (!raw) {</a:t>
            </a:r>
            <a:br/>
            <a:r>
              <a:t> 78      throw lastError ?? new Error("No se encontro Azure CLI.");</a:t>
            </a:r>
            <a:br/>
            <a:r>
              <a:t> 79    }</a:t>
            </a:r>
            <a:br/>
            <a:r>
              <a:t> 80  </a:t>
            </a:r>
            <a:br/>
            <a:r>
              <a:t> 81    const tokenInfo = JSON.parse(raw);</a:t>
            </a:r>
            <a:br/>
            <a:r>
              <a:t> 82    cachedToken = tokenInfo.accessToken?.trim();</a:t>
            </a:r>
            <a:br/>
            <a:r>
              <a:t> 83  </a:t>
            </a:r>
            <a:br/>
            <a:r>
              <a:t> 84    if (!cachedToken) {</a:t>
            </a:r>
            <a:br/>
            <a:r>
              <a:t> 85      throw new Error("Azure CLI no devolvio accessToken.");</a:t>
            </a:r>
            <a:br/>
            <a:r>
              <a:t> 86    }</a:t>
            </a:r>
            <a:br/>
            <a:r>
              <a:t> 87  </a:t>
            </a:r>
            <a:br/>
            <a:r>
              <a:t> 88    tokenExpiresAt = tokenInfo.expiresOn ? new Date(tokenInfo.expiresOn).getTime() : 0;</a:t>
            </a:r>
            <a:br/>
            <a:r>
              <a:t> 89    return cachedToken;</a:t>
            </a:r>
            <a:br/>
            <a:r>
              <a:t> 90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Bridge stdio completo index.js (4/7)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C:\Users\vicen\Documents\PowerBI-Remote-MCP-Bridge\index.js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 91  </a:t>
            </a:r>
            <a:br/>
            <a:r>
              <a:t> 92  function parseRemoteResponse(rawText) {</a:t>
            </a:r>
            <a:br/>
            <a:r>
              <a:t> 93    const text = rawText.trim();</a:t>
            </a:r>
            <a:br/>
            <a:r>
              <a:t> 94    if (!text) {</a:t>
            </a:r>
            <a:br/>
            <a:r>
              <a:t> 95      throw new Error("Respuesta vacia desde Power BI MCP remoto.");</a:t>
            </a:r>
            <a:br/>
            <a:r>
              <a:t> 96    }</a:t>
            </a:r>
            <a:br/>
            <a:r>
              <a:t> 97  </a:t>
            </a:r>
            <a:br/>
            <a:r>
              <a:t> 98    if (text.startsWith("event:") || text.startsWith("data:")) {</a:t>
            </a:r>
            <a:br/>
            <a:r>
              <a:t> 99      const dataLines = text</a:t>
            </a:r>
            <a:br/>
            <a:r>
              <a:t>100        .split(/\r?\n/)</a:t>
            </a:r>
            <a:br/>
            <a:r>
              <a:t>101        .filter((line) =&gt; line.startsWith("data:"))</a:t>
            </a:r>
            <a:br/>
            <a:r>
              <a:t>102        .map((line) =&gt; line.slice("data:".length).trim());</a:t>
            </a:r>
            <a:br/>
            <a:r>
              <a:t>103  </a:t>
            </a:r>
            <a:br/>
            <a:r>
              <a:t>104      if (!dataLines.length) {</a:t>
            </a:r>
            <a:br/>
            <a:r>
              <a:t>105        throw new Error(`Respuesta SSE sin data desde Power BI MCP remoto: ${text}`);</a:t>
            </a:r>
            <a:br/>
            <a:r>
              <a:t>106      }</a:t>
            </a:r>
            <a:br/>
            <a:r>
              <a:t>107  </a:t>
            </a:r>
            <a:br/>
            <a:r>
              <a:t>108      return JSON.parse(dataLines.join("\n"));</a:t>
            </a:r>
            <a:br/>
            <a:r>
              <a:t>109    }</a:t>
            </a:r>
            <a:br/>
            <a:r>
              <a:t>110  </a:t>
            </a:r>
            <a:br/>
            <a:r>
              <a:t>111    return JSON.parse(text);</a:t>
            </a:r>
            <a:br/>
            <a:r>
              <a:t>112  }</a:t>
            </a:r>
            <a:br/>
            <a:r>
              <a:t>113  </a:t>
            </a:r>
            <a:br/>
            <a:r>
              <a:t>114  async function remoteJsonRpc(method, params = {}, forceTokenRefresh = false) {</a:t>
            </a:r>
            <a:br/>
            <a:r>
              <a:t>115    const token = getPowerBiToken(forceTokenRefresh);</a:t>
            </a:r>
            <a:br/>
            <a:r>
              <a:t>116    const payload = {</a:t>
            </a:r>
            <a:br/>
            <a:r>
              <a:t>117      jsonrpc: "2.0",</a:t>
            </a:r>
            <a:br/>
            <a:r>
              <a:t>118      id: nextRequestId++,</a:t>
            </a:r>
            <a:br/>
            <a:r>
              <a:t>119      method,</a:t>
            </a:r>
            <a:br/>
            <a:r>
              <a:t>120      params,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Bridge stdio completo index.js (5/7)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C:\Users\vicen\Documents\PowerBI-Remote-MCP-Bridge\index.js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121    };</a:t>
            </a:r>
            <a:br/>
            <a:r>
              <a:t>122  </a:t>
            </a:r>
            <a:br/>
            <a:r>
              <a:t>123    const response = await fetch(POWERBI_MCP_URL, {</a:t>
            </a:r>
            <a:br/>
            <a:r>
              <a:t>124      method: "POST",</a:t>
            </a:r>
            <a:br/>
            <a:r>
              <a:t>125      headers: {</a:t>
            </a:r>
            <a:br/>
            <a:r>
              <a:t>126        Authorization: `Bearer ${token}`,</a:t>
            </a:r>
            <a:br/>
            <a:r>
              <a:t>127        Accept: "application/json, text/event-stream",</a:t>
            </a:r>
            <a:br/>
            <a:r>
              <a:t>128        "Content-Type": "application/json",</a:t>
            </a:r>
            <a:br/>
            <a:r>
              <a:t>129      },</a:t>
            </a:r>
            <a:br/>
            <a:r>
              <a:t>130      body: JSON.stringify(payload),</a:t>
            </a:r>
            <a:br/>
            <a:r>
              <a:t>131    });</a:t>
            </a:r>
            <a:br/>
            <a:r>
              <a:t>132  </a:t>
            </a:r>
            <a:br/>
            <a:r>
              <a:t>133    const responseText = await response.text();</a:t>
            </a:r>
            <a:br/>
            <a:r>
              <a:t>134  </a:t>
            </a:r>
            <a:br/>
            <a:r>
              <a:t>135    if (response.status === 401 &amp;&amp; !forceTokenRefresh) {</a:t>
            </a:r>
            <a:br/>
            <a:r>
              <a:t>136      cachedToken = "";</a:t>
            </a:r>
            <a:br/>
            <a:r>
              <a:t>137      tokenExpiresAt = 0;</a:t>
            </a:r>
            <a:br/>
            <a:r>
              <a:t>138      remoteInitialized = false;</a:t>
            </a:r>
            <a:br/>
            <a:r>
              <a:t>139      return remoteJsonRpc(method, params, true);</a:t>
            </a:r>
            <a:br/>
            <a:r>
              <a:t>140    }</a:t>
            </a:r>
            <a:br/>
            <a:r>
              <a:t>141  </a:t>
            </a:r>
            <a:br/>
            <a:r>
              <a:t>142    if (!response.ok) {</a:t>
            </a:r>
            <a:br/>
            <a:r>
              <a:t>143      throw new Error(</a:t>
            </a:r>
            <a:br/>
            <a:r>
              <a:t>144        `Power BI MCP remoto respondio HTTP ${response.status}: ${responseText}`</a:t>
            </a:r>
            <a:br/>
            <a:r>
              <a:t>145      );</a:t>
            </a:r>
            <a:br/>
            <a:r>
              <a:t>146    }</a:t>
            </a:r>
            <a:br/>
            <a:r>
              <a:t>147  </a:t>
            </a:r>
            <a:br/>
            <a:r>
              <a:t>148    const message = parseRemoteResponse(responseText);</a:t>
            </a:r>
            <a:br/>
            <a:r>
              <a:t>149    if (message.error) {</a:t>
            </a:r>
            <a:br/>
            <a:r>
              <a:t>150      throw new Error(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Bridge stdio completo index.js (6/7)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C:\Users\vicen\Documents\PowerBI-Remote-MCP-Bridge\index.js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151        `Power BI MCP remoto devolvio error ${message.error.code}: ${message.error.message}`</a:t>
            </a:r>
            <a:br/>
            <a:r>
              <a:t>152      );</a:t>
            </a:r>
            <a:br/>
            <a:r>
              <a:t>153    }</a:t>
            </a:r>
            <a:br/>
            <a:r>
              <a:t>154  </a:t>
            </a:r>
            <a:br/>
            <a:r>
              <a:t>155    return message.result ?? {};</a:t>
            </a:r>
            <a:br/>
            <a:r>
              <a:t>156  }</a:t>
            </a:r>
            <a:br/>
            <a:r>
              <a:t>157  </a:t>
            </a:r>
            <a:br/>
            <a:r>
              <a:t>158  async function ensureRemoteInitialized() {</a:t>
            </a:r>
            <a:br/>
            <a:r>
              <a:t>159    if (remoteInitialized) {</a:t>
            </a:r>
            <a:br/>
            <a:r>
              <a:t>160      return;</a:t>
            </a:r>
            <a:br/>
            <a:r>
              <a:t>161    }</a:t>
            </a:r>
            <a:br/>
            <a:r>
              <a:t>162  </a:t>
            </a:r>
            <a:br/>
            <a:r>
              <a:t>163    await remoteJsonRpc("initialize", {</a:t>
            </a:r>
            <a:br/>
            <a:r>
              <a:t>164      protocolVersion: "2024-11-05",</a:t>
            </a:r>
            <a:br/>
            <a:r>
              <a:t>165      capabilities: {},</a:t>
            </a:r>
            <a:br/>
            <a:r>
              <a:t>166      clientInfo: {</a:t>
            </a:r>
            <a:br/>
            <a:r>
              <a:t>167        name: "powerbi-remote-mcp-bridge",</a:t>
            </a:r>
            <a:br/>
            <a:r>
              <a:t>168        version: "1.0.0",</a:t>
            </a:r>
            <a:br/>
            <a:r>
              <a:t>169      },</a:t>
            </a:r>
            <a:br/>
            <a:r>
              <a:t>170    });</a:t>
            </a:r>
            <a:br/>
            <a:r>
              <a:t>171  </a:t>
            </a:r>
            <a:br/>
            <a:r>
              <a:t>172    remoteInitialized = true;</a:t>
            </a:r>
            <a:br/>
            <a:r>
              <a:t>173  }</a:t>
            </a:r>
            <a:br/>
            <a:r>
              <a:t>174  </a:t>
            </a:r>
            <a:br/>
            <a:r>
              <a:t>175  const server = new Server(</a:t>
            </a:r>
            <a:br/>
            <a:r>
              <a:t>176    {</a:t>
            </a:r>
            <a:br/>
            <a:r>
              <a:t>177      name: "powerbi-remote-mcp-bridge",</a:t>
            </a:r>
            <a:br/>
            <a:r>
              <a:t>178      version: "1.0.0",</a:t>
            </a:r>
            <a:br/>
            <a:r>
              <a:t>179    },</a:t>
            </a:r>
            <a:br/>
            <a:r>
              <a:t>180   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Bridge stdio completo index.js (7/7)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C:\Users\vicen\Documents\PowerBI-Remote-MCP-Bridge\index.js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181      capabilities: {</a:t>
            </a:r>
            <a:br/>
            <a:r>
              <a:t>182        tools: {</a:t>
            </a:r>
            <a:br/>
            <a:r>
              <a:t>183          listChanged: true,</a:t>
            </a:r>
            <a:br/>
            <a:r>
              <a:t>184        },</a:t>
            </a:r>
            <a:br/>
            <a:r>
              <a:t>185      },</a:t>
            </a:r>
            <a:br/>
            <a:r>
              <a:t>186    }</a:t>
            </a:r>
            <a:br/>
            <a:r>
              <a:t>187  );</a:t>
            </a:r>
            <a:br/>
            <a:r>
              <a:t>188  </a:t>
            </a:r>
            <a:br/>
            <a:r>
              <a:t>189  server.setRequestHandler(ListToolsRequestSchema, async () =&gt; {</a:t>
            </a:r>
            <a:br/>
            <a:r>
              <a:t>190    try {</a:t>
            </a:r>
            <a:br/>
            <a:r>
              <a:t>191      await ensureRemoteInitialized();</a:t>
            </a:r>
            <a:br/>
            <a:r>
              <a:t>192      const result = await remoteJsonRpc("tools/list", {});</a:t>
            </a:r>
            <a:br/>
            <a:r>
              <a:t>193      return { tools: result.tools ?? [] };</a:t>
            </a:r>
            <a:br/>
            <a:r>
              <a:t>194    } catch (error) {</a:t>
            </a:r>
            <a:br/>
            <a:r>
              <a:t>195      throw new McpError(ErrorCode.InternalError, error.message);</a:t>
            </a:r>
            <a:br/>
            <a:r>
              <a:t>196    }</a:t>
            </a:r>
            <a:br/>
            <a:r>
              <a:t>197  });</a:t>
            </a:r>
            <a:br/>
            <a:r>
              <a:t>198  </a:t>
            </a:r>
            <a:br/>
            <a:r>
              <a:t>199  server.setRequestHandler(CallToolRequestSchema, async (request) =&gt; {</a:t>
            </a:r>
            <a:br/>
            <a:r>
              <a:t>200    try {</a:t>
            </a:r>
            <a:br/>
            <a:r>
              <a:t>201      await ensureRemoteInitialized();</a:t>
            </a:r>
            <a:br/>
            <a:r>
              <a:t>202      return await remoteJsonRpc("tools/call", request.params);</a:t>
            </a:r>
            <a:br/>
            <a:r>
              <a:t>203    } catch (error) {</a:t>
            </a:r>
            <a:br/>
            <a:r>
              <a:t>204      throw new McpError(ErrorCode.InternalError, error.message);</a:t>
            </a:r>
            <a:br/>
            <a:r>
              <a:t>205    }</a:t>
            </a:r>
            <a:br/>
            <a:r>
              <a:t>206  });</a:t>
            </a:r>
            <a:br/>
            <a:r>
              <a:t>207  </a:t>
            </a:r>
            <a:br/>
            <a:r>
              <a:t>208  const transport = new StdioServerTransport();</a:t>
            </a:r>
            <a:br/>
            <a:r>
              <a:t>209  await server.connect(transport);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B - package.json completo (1/1)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C:\Users\vicen\Documents\PowerBI-Remote-MCP-Bridge\package.json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1  {</a:t>
            </a:r>
            <a:br/>
            <a:r>
              <a:t> 2    "name": "powerbi-remote-mcp-bridge",</a:t>
            </a:r>
            <a:br/>
            <a:r>
              <a:t> 3    "version": "1.0.0",</a:t>
            </a:r>
            <a:br/>
            <a:r>
              <a:t> 4    "private": true,</a:t>
            </a:r>
            <a:br/>
            <a:r>
              <a:t> 5    "type": "module",</a:t>
            </a:r>
            <a:br/>
            <a:r>
              <a:t> 6    "description": "Local stdio MCP bridge to the remote Power BI/Fabric MCP endpoint.",</a:t>
            </a:r>
            <a:br/>
            <a:r>
              <a:t> 7    "main": "index.js",</a:t>
            </a:r>
            <a:br/>
            <a:r>
              <a:t> 8    "scripts": {</a:t>
            </a:r>
            <a:br/>
            <a:r>
              <a:t> 9      "start": "node index.js"</a:t>
            </a:r>
            <a:br/>
            <a:r>
              <a:t>10    },</a:t>
            </a:r>
            <a:br/>
            <a:r>
              <a:t>11    "dependencies": {</a:t>
            </a:r>
            <a:br/>
            <a:r>
              <a:t>12      "@modelcontextprotocol/sdk": "^1.29.0"</a:t>
            </a:r>
            <a:br/>
            <a:r>
              <a:t>13    }</a:t>
            </a:r>
            <a:br/>
            <a:r>
              <a:t>14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C - VS Code mcp.json completo (1/1)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C:\Users\vicen\AppData\Roaming\Code\User\mcp.json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1  {</a:t>
            </a:r>
            <a:br/>
            <a:r>
              <a:t> 2    "servers": {</a:t>
            </a:r>
            <a:br/>
            <a:r>
              <a:t> 3      "powerbi-remote": {</a:t>
            </a:r>
            <a:br/>
            <a:r>
              <a:t> 4        "type": "stdio",</a:t>
            </a:r>
            <a:br/>
            <a:r>
              <a:t> 5        "command": "C:\\Program Files\\nodejs\\node.exe",</a:t>
            </a:r>
            <a:br/>
            <a:r>
              <a:t> 6        "args": [</a:t>
            </a:r>
            <a:br/>
            <a:r>
              <a:t> 7          "C:\\Users\\vicen\\Documents\\PowerBI-Remote-MCP-Bridge\\index.js"</a:t>
            </a:r>
            <a:br/>
            <a:r>
              <a:t> 8        ]</a:t>
            </a:r>
            <a:br/>
            <a:r>
              <a:t> 9      }</a:t>
            </a:r>
            <a:br/>
            <a:r>
              <a:t>10    }</a:t>
            </a:r>
            <a:br/>
            <a:r>
              <a:t>11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D - comandos completos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201400" cy="5532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100023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>
                <a:solidFill>
                  <a:srgbClr val="E2E8F0"/>
                </a:solidFill>
                <a:latin typeface="Consolas"/>
              </a:defRPr>
            </a:pPr>
            <a:r>
              <a:t># 1. Login</a:t>
            </a:r>
            <a:br/>
            <a:r>
              <a:t>az login --tenant 9115fcaf-a94d-40b1-a3ba-b062c80555e0</a:t>
            </a:r>
            <a:br/>
            <a:r>
              <a:t>az account show --query "{user:user.name, tenant:tenantId}" -o table</a:t>
            </a:r>
            <a:br/>
            <a:br/>
            <a:r>
              <a:t># 2. Validar token</a:t>
            </a:r>
            <a:br/>
            <a:r>
              <a:t>az account get-access-token --resource https://analysis.windows.net/powerbi/api --query expiresOn -o tsv</a:t>
            </a:r>
            <a:br/>
            <a:br/>
            <a:r>
              <a:t># 3. Crear bridge</a:t>
            </a:r>
            <a:br/>
            <a:r>
              <a:t>mkdir "$HOME\Documents\PowerBI-Remote-MCP-Bridge"</a:t>
            </a:r>
            <a:br/>
            <a:r>
              <a:t>cd "$HOME\Documents\PowerBI-Remote-MCP-Bridge"</a:t>
            </a:r>
            <a:br/>
            <a:br/>
            <a:r>
              <a:t># 4. Crear package.json e index.js con los apendices</a:t>
            </a:r>
            <a:br/>
            <a:r>
              <a:t>npm install</a:t>
            </a:r>
            <a:br/>
            <a:br/>
            <a:r>
              <a:t># 5. Editar:</a:t>
            </a:r>
            <a:br/>
            <a:r>
              <a:t># %APPDATA%\Code\User\mcp.json</a:t>
            </a:r>
            <a:br/>
            <a:br/>
            <a:r>
              <a:t># 6. VS Code</a:t>
            </a:r>
            <a:br/>
            <a:r>
              <a:t># Developer: Reload Window</a:t>
            </a:r>
            <a:br/>
            <a:r>
              <a:t># MCP: List Servers -&gt; powerbi-remote -&gt; Restart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E - referencias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10789920" cy="53035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5887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Power BI MCP overview</a:t>
            </a:r>
            <a:br/>
            <a:r>
              <a:t>https://learn.microsoft.com/en-us/power-bi/developer/mcp/mcp-servers-overview</a:t>
            </a:r>
            <a:br/>
            <a:br/>
            <a:r>
              <a:t>Remote Power BI MCP with external clients</a:t>
            </a:r>
            <a:br/>
            <a:r>
              <a:t>https://learn.microsoft.com/en-us/power-bi/developer/mcp/remote-mcp-server-external-clients</a:t>
            </a:r>
            <a:br/>
            <a:br/>
            <a:r>
              <a:t>VS Code MCP configuration</a:t>
            </a:r>
            <a:br/>
            <a:r>
              <a:t>https://code.visualstudio.com/docs/agents/reference/mcp-configuration</a:t>
            </a:r>
            <a:br/>
            <a:br/>
            <a:r>
              <a:t>Microsoft Entra AADSTS50011</a:t>
            </a:r>
            <a:br/>
            <a:r>
              <a:t>https://learn.microsoft.com/en-us/troubleshoot/entra/entra-id/app-integration/error-code-aadsts50011-redirect-uri-mismatch</a:t>
            </a:r>
            <a:br/>
            <a:br/>
            <a:r>
              <a:t>Incidencia Microsoft / Power BI MCP: AADSTS9010010</a:t>
            </a:r>
            <a:br/>
            <a:r>
              <a:t>https://github.com/microsoft/powerbi-modeling-mcp/issues/68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4672</Words>
  <Application>Microsoft Office PowerPoint</Application>
  <PresentationFormat>Panorámica</PresentationFormat>
  <Paragraphs>278</Paragraphs>
  <Slides>41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vicente</dc:creator>
  <cp:keywords/>
  <dc:description>generated using python-pptx</dc:description>
  <cp:lastModifiedBy>vicente antonio juan magallanes</cp:lastModifiedBy>
  <cp:revision>1</cp:revision>
  <dcterms:created xsi:type="dcterms:W3CDTF">2013-01-27T09:14:16Z</dcterms:created>
  <dcterms:modified xsi:type="dcterms:W3CDTF">2026-07-16T17:29:36Z</dcterms:modified>
  <cp:category/>
</cp:coreProperties>
</file>