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F2C1B-B82A-EDBA-0B90-90344913B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032CD3-4BDD-0428-3872-D6FD3CED4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4703CB-C51B-9130-9FC4-A1157A6D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C1DD93-3032-9FF6-ACC1-1B83DB29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2AA962-4CBE-64F8-4353-8EE11AED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544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81D75-9E48-6802-786F-5839D853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147987-18B0-229B-8C67-F0051ED9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2537E5-D6D4-CF03-8C40-BD36CBD4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ECF623-6285-88E6-B6DB-F9E0357A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7BA941-A72F-B6A0-18D9-45DDE8A3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03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6C6DD-E3C5-8A85-46F7-F76FB469C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C5CDE0-5617-595D-E97C-8310388E8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6A60B4-A9D1-8ACB-F17B-2433E1C6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90A03-4868-5B36-9448-994EF98F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42A8-31BC-2F81-64A7-1E1CFDCF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87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978BC-F2DF-D871-FE6F-F3B20A65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D4CC5-2F42-445A-C3DB-608BDD54B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E87679-2111-2D04-7462-BF5419CC4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D8018F-2BD5-6DEC-FBF0-0BA43232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8ABCF2-79D3-DFDF-2FA1-49481B1C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D066BA-1981-A770-8D2F-86CFEDC3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39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1790B-C7B6-A3BD-A547-B676399A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20A0D7-FC0B-647E-ED01-2E9A9D59C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D2E367-64A6-A57A-AD02-6257AB067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C0A795-7C1D-20A2-F258-0EDA6203A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EE7814-3BF5-0DF0-F0E1-6CC393E32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47689C-5CFB-8019-8C87-6A43961E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C85CAC-F303-D99C-88FA-BFACC3AF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FE7FD2-5CF9-5EA4-1EBE-13902786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9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E245B-3449-6B3E-E273-894ED4BA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39F848-DECD-5DB8-C8A4-53E7B965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1EFAAA-5EB3-16D4-40C6-FC075C58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BCFCA0-A4B1-83A6-0A1D-CB5D63E9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711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61A824-8EBD-BDEF-275C-B0A92112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733868-6FC9-F973-3A55-B973263B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AD2EDB-91E9-EE89-4358-E6E95EBE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2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41886-D29F-2AE3-884B-915D0ED3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B5991-CCE5-A921-D75D-9F60EDA4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AE5C34-556A-2C7A-C850-D04059B1B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9B73CE-5CF1-17F9-F8EC-CDFDBF0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2AF894-2ED8-46B0-7492-5ADE8BE1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CC440A-08A3-D5D6-4FFE-7BFC9425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432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6BAC0-DF1E-FEA9-5083-4CA5AEFF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4773AC-FC9A-2A1E-27CB-535F1D99D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885D35-1BAC-0F77-7FA2-88734239D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B24704-5F96-A12A-15AF-C47B0F63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5C0298-63ED-567D-7E4D-E7B317FB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7F89F-F079-7109-FB67-F8497083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90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645A-3CF5-D823-ADBF-53C269CF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CE5D8E-D392-3EC2-21F4-62ECFC613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11C0C1-B3F8-13F8-BA68-CD5A2108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7CB2C-B9F4-2BCE-794F-5F67003A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6CEF0D-C89E-D7F1-ACC5-4A2B19B0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70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C3C9CA-0FA4-254E-B38B-E6B0FD05D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782565-4C98-A1BC-8C2E-CB42AF56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2ABD9C-C5A0-F7A7-0B3D-CBF032AE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889DB4-81F3-2973-EEA8-DB84EF12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FBE380-4A27-7799-95B4-1BBBA90F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283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0D70A9-3C9A-74DF-4C05-8EA2A7D1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7A5BF6-C91C-FBF4-4277-07C4C54B4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AC6DF-0610-F050-1094-E04CD0A28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5F2CA-A3AF-4167-B384-8345B5B197C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9AABC-E317-D1EA-FA19-0410D0822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B6B47-4BCD-DD67-3680-D62CF7508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F03DF-14A4-4653-A77C-53635B340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39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5F9E18C-E2AE-7065-A27B-A82936217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E4A9D1-CDB3-2BB3-6044-0974339C2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7" t="-1616" r="68675" b="55825"/>
          <a:stretch/>
        </p:blipFill>
        <p:spPr>
          <a:xfrm>
            <a:off x="2772064" y="637309"/>
            <a:ext cx="5614554" cy="5275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09377A-BCAD-D95F-5580-16C96EF07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610BF46-6F0F-4360-6D4F-A57AB2FD4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B4D7169-7AFC-AE0D-5A2C-1EBE1A1BF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70E7527-4E84-8234-C758-A496A51D1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6F3CB85-0D38-D3DE-0161-19EC568C36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8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3" t="-135" r="34735" b="54344"/>
          <a:stretch/>
        </p:blipFill>
        <p:spPr>
          <a:xfrm>
            <a:off x="3099955" y="531091"/>
            <a:ext cx="5628409" cy="528817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771A8A5-D14F-0ECF-7D92-73012082BD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4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71" t="-480" r="477" b="54689"/>
          <a:stretch/>
        </p:blipFill>
        <p:spPr>
          <a:xfrm>
            <a:off x="3099955" y="531091"/>
            <a:ext cx="5933209" cy="528817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0A298C-5697-B129-CDB4-CFA807BD29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7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" t="45102" r="67318" b="14905"/>
          <a:stretch/>
        </p:blipFill>
        <p:spPr>
          <a:xfrm>
            <a:off x="3277177" y="635483"/>
            <a:ext cx="5637645" cy="461854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EB53AA9-59E2-486E-D65C-B3988C073F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8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8" t="45182" r="35379" b="14825"/>
          <a:stretch/>
        </p:blipFill>
        <p:spPr>
          <a:xfrm>
            <a:off x="3371273" y="635483"/>
            <a:ext cx="5543549" cy="461854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7DBDF31-4FA6-B95A-4814-6BD52EB06F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9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1" t="46856" r="200" b="7946"/>
          <a:stretch/>
        </p:blipFill>
        <p:spPr>
          <a:xfrm>
            <a:off x="3277177" y="828675"/>
            <a:ext cx="6076373" cy="52197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F53F55-A452-8994-BDC6-4F5F00ED3D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DEC91E7-071A-9872-A98E-B39DBF4B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" t="85049" r="41769" b="1342"/>
          <a:stretch/>
        </p:blipFill>
        <p:spPr>
          <a:xfrm>
            <a:off x="1019176" y="1857374"/>
            <a:ext cx="9991724" cy="157162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08622B-7E67-7CFD-DECA-3DD8AC74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85" y="4914173"/>
            <a:ext cx="679705" cy="6797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5CEEB8-CA6F-AAAD-EDB4-10D7A6F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17" y="5510751"/>
            <a:ext cx="1455684" cy="7607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5C5126-6CF6-6A61-BD7C-677C8D213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55" y="5912468"/>
            <a:ext cx="803435" cy="8034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0652EF-742F-46C8-7631-479908021D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7" y="5510751"/>
            <a:ext cx="803435" cy="803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284E3D5-69A0-1C3D-BAA7-53703BC3DB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2064" cy="15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560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vicente antonio juan magallanes</dc:creator>
  <cp:lastModifiedBy>vicente antonio juan magallanes</cp:lastModifiedBy>
  <cp:revision>1</cp:revision>
  <dcterms:created xsi:type="dcterms:W3CDTF">2026-07-20T13:47:16Z</dcterms:created>
  <dcterms:modified xsi:type="dcterms:W3CDTF">2026-07-20T13:51:52Z</dcterms:modified>
</cp:coreProperties>
</file>