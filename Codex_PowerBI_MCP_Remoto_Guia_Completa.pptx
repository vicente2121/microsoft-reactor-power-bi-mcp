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" y="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Codex + Power BI MCP remoto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</a:defRPr>
            </a:pPr>
            <a:r>
              <a:t>Guia completa solo para Codex: autenticacion, proxy HTTP local, config.toml, pruebas y codigo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63EB"/>
                </a:solidFill>
              </a:defRPr>
            </a:pPr>
            <a: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0F172A"/>
                </a:solidFill>
              </a:defRPr>
            </a:pPr>
            <a:r>
              <a:t>Que Codex pueda consultar un semantic model publicado en Power BI Service usando el MCP remoto oficial de Fabric.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90104" y="1472184"/>
            <a:ext cx="246888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Resultado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947672"/>
            <a:ext cx="33924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Codex usa powerbi_remote y consulta tablas, columnas, medidas y DAX.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063240"/>
            <a:ext cx="37947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90104" y="3209544"/>
            <a:ext cx="2468880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Alcance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3685032"/>
            <a:ext cx="33924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Esta presentacion NO cubre GitHub Copilot ni Power BI Desktop local.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475569"/>
                </a:solidFill>
              </a:defRPr>
            </a:pPr>
            <a:r>
              <a:t>Modelo de ejemplo: MicrosoftReactor | semanticModelId: b62c59a0-4730-4328-ac2e-293328810f8d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Arquitectura final solo Codex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0664" y="2295144"/>
            <a:ext cx="1947672" cy="34747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770632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Agente que llama herramientas MCP.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48840"/>
            <a:ext cx="2743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75304" y="2295144"/>
            <a:ext cx="2450592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Proxy HTTP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770632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http://127.0.0.1:39397/mcp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148840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58584" y="2295144"/>
            <a:ext cx="1719072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770632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Obtiene Bearer token.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14884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10344" y="2295144"/>
            <a:ext cx="1947672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Power BI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65208" y="2770632"/>
            <a:ext cx="1837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F172A"/>
                </a:solidFill>
              </a:defRPr>
            </a:pPr>
            <a:r>
              <a:t>Endpoint remoto oficial.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52928" y="2697480"/>
            <a:ext cx="484632" cy="0"/>
          </a:xfrm>
          <a:prstGeom prst="line">
            <a:avLst/>
          </a:prstGeom>
          <a:ln w="254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99632" y="2697480"/>
            <a:ext cx="5212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42248" y="2697480"/>
            <a:ext cx="530352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4069080"/>
            <a:ext cx="1060704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" y="4160520"/>
            <a:ext cx="104058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onsolas"/>
              </a:defRPr>
            </a:pPr>
            <a:r>
              <a:t>Codex -&gt; http://127.0.0.1:39397/mcp -&gt; https://api.fabric.microsoft.com/v1/mcp/powerbi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Idea clave: no usamos OAuth directo de Codex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289304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 que fallo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Codex intentando conectarse directo al MCP remoto por OAuth.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Microsoft Entra devolvia AADSTS9010010.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El problema era la combinacion resource/scope del flujo OAuth directo.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Por eso evitamos ese camino.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73152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289304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 que funciona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Codex llama a un proxy local HTTP.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El proxy obtiene token con Azure CLI.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El proxy llama al MCP remoto con Authorization: Bearer.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</a:defRPr>
            </a:pPr>
            <a:r>
              <a:t>Power BI recibe un token valido del usuario.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Sesiones: quien autentica contra 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41605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onsolas"/>
              </a:defRPr>
            </a:pPr>
            <a:r>
              <a:t>Componente        Autenticacion                 Uso</a:t>
            </a:r>
            <a:br/>
            <a:r>
              <a:t>-----------------  -----------------------------  -------------------------------</a:t>
            </a:r>
            <a:br/>
            <a:r>
              <a:t>Codex             Sesion OpenAI/Codex             Conversar y ejecutar herramientas</a:t>
            </a:r>
            <a:br/>
            <a:r>
              <a:t>Proxy local       No tiene login propio           Reenvia peticiones MCP</a:t>
            </a:r>
            <a:br/>
            <a:r>
              <a:t>Azure CLI         az login contra Entra ID        Obtiene access token</a:t>
            </a:r>
            <a:br/>
            <a:r>
              <a:t>Power BI MCP      Bearer token de Microsoft       Autoriza llamadas al remoto</a:t>
            </a:r>
            <a:br/>
            <a:r>
              <a:t>Semantic model    Permisos del usuario Power BI   Permite leer esquema/datos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El token representa a tu usuario normal. No es service principal y no usa client secret.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Requisitos previos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Windows.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Codex instalado/configurado.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Node.js instalado.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Azure CLI instalado.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Acceso a internet hacia Microsoft Entra y Fabric.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Power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Usuario con acceso al workspace.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Usuario con permisos sobre el semantic model.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Tenant ID conocido.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semanticModelId conocido.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MCP remoto Power BI disponible en el tenant.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Datos usados en nuestro caso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onsolas"/>
              </a:defRPr>
            </a:pPr>
            <a:r>
              <a:t>TENANT_ID = 9115fcaf-a94d-40b1-a3ba-b062c80555e0</a:t>
            </a:r>
            <a:br/>
            <a:r>
              <a:t>SEMANTIC_MODEL_ID = b62c59a0-4730-4328-ac2e-293328810f8d</a:t>
            </a:r>
            <a:br/>
            <a:r>
              <a:t>POWERBI_MCP_REMOTE = https://api.fabric.microsoft.com/v1/mcp/powerbi</a:t>
            </a:r>
            <a:br/>
            <a:r>
              <a:t>LOCAL_PROXY_URL = http://127.0.0.1:39397/mcp</a:t>
            </a:r>
            <a:br/>
            <a:r>
              <a:t>LOCAL_PROXY_HEALTH = http://127.0.0.1:39397/health</a:t>
            </a:r>
            <a:br/>
            <a:r>
              <a:t>CODEX_CONFIG = C:\Users\vicen\.codex\config.toml</a:t>
            </a:r>
            <a:br/>
            <a:r>
              <a:t>PROXY_FILE = C:\Users\vicen\.codex\mcp-powerbi-remote-proxy\powerbi-remote-http-proxy.mjs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1: comprobar Node.js y Azure CLI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Consolas"/>
              </a:defRPr>
            </a:pPr>
            <a:r>
              <a:t>node --version</a:t>
            </a:r>
            <a:br/>
            <a:r>
              <a:t>npm --version</a:t>
            </a:r>
            <a:br/>
            <a:r>
              <a:t>az --version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03320"/>
            <a:ext cx="10789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70332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84962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 algun comando no existe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965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Instalar Node.js desde nodejs.org.</a:t>
            </a:r>
          </a:p>
          <a:p>
            <a:pPr>
              <a:spcAft>
                <a:spcPts val="300"/>
              </a:spcAft>
              <a:defRPr sz="1500">
                <a:solidFill>
                  <a:srgbClr val="0F172A"/>
                </a:solidFill>
              </a:defRPr>
            </a:pPr>
            <a:r>
              <a:t>Instalar Azure CLI desde Microsoft Learn.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2: login con Azure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Este login es la autenticacion real que usara el proxy para pedir token.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789920" cy="24231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10588752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onsolas"/>
              </a:defRPr>
            </a:pPr>
            <a:r>
              <a:t>az login --tenant 9115fcaf-a94d-40b1-a3ba-b062c80555e0</a:t>
            </a:r>
            <a:br/>
            <a:br/>
            <a:r>
              <a:t>az account show --query "{user:user.name, tenant:tenantId, subscription:id}" -o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434840"/>
            <a:ext cx="10789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4434840"/>
            <a:ext cx="73152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458114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Que debe ocurrir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274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t>Se abre el navegador, eliges la cuenta con acceso a Power BI, y az account show devuelve ese usuario y 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3: validar token para Fabric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2286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az account get-access-token --resource https://api.fabric.microsoft.com --query expiresOn -o tsv</a:t>
            </a:r>
            <a:br/>
            <a:br/>
            <a:r>
              <a:t># Si quieres ver solo que existe token, sin imprimirlo:</a:t>
            </a:r>
            <a:br/>
            <a:r>
              <a:t>$t = az account get-access-token --resource https://api.fabric.microsoft.com --query accessToken -o tsv</a:t>
            </a:r>
            <a:br/>
            <a:r>
              <a:t>if ($t) { "TOKEN OK"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94760"/>
            <a:ext cx="107899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794760"/>
            <a:ext cx="73152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94106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Importante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2452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No pegues el token en chats ni documentos. Es temporal, pero mientras vive permite llamar a Fabric con tus permisos.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4: crear carpeta del proxy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15544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2E8F0"/>
                </a:solidFill>
                <a:latin typeface="Consolas"/>
              </a:defRPr>
            </a:pPr>
            <a:r>
              <a:t>mkdir "$HOME\.codex\mcp-powerbi-remote-proxy"</a:t>
            </a:r>
            <a:br/>
            <a:r>
              <a:t>cd "$HOME\.codex\mcp-powerbi-remote-proxy"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10789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1546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30098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Archivo que se va a crear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611880"/>
            <a:ext cx="1024128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3703320"/>
            <a:ext cx="100401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C:\Users\&lt;usuario&gt;\.codex\mcp-powerbi-remote-proxy\powerbi-remote-http-proxy.mjs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5: crear powerbi-remote-http-proxy.mjs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663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Contenido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El codigo completo esta en el apendice final, linea por linea.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Este archivo levanta un servidor HTTP local en 127.0.0.1:39397.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Acepta GET /health para comprobar que esta vivo.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Acepta POST /mcp para recibir JSON-RPC/MCP desde Codex.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</a:defRPr>
            </a:pPr>
            <a:r>
              <a:t>Antes de reenviar, pide token a Azure CLI y agrega Authorization: Bearer.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Proxy: constantes principales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10789920" cy="2926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588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const port = Number(process.env.POWERBI_MCP_PROXY_PORT || "39397");</a:t>
            </a:r>
            <a:br/>
            <a:r>
              <a:t>const host = process.env.POWERBI_MCP_PROXY_HOST || "127.0.0.1";</a:t>
            </a:r>
            <a:br/>
            <a:r>
              <a:t>const remoteUrl =</a:t>
            </a:r>
            <a:br/>
            <a:r>
              <a:t>  process.env.POWERBI_MCP_URL ||</a:t>
            </a:r>
            <a:br/>
            <a:r>
              <a:t>  "https://api.fabric.microsoft.com/v1/mcp/powerbi";</a:t>
            </a:r>
            <a:br/>
            <a:r>
              <a:t>const tokenResource =</a:t>
            </a:r>
            <a:br/>
            <a:r>
              <a:t>  process.env.POWERBI_MCP_RESOURCE || "https://api.fabric.microsoft.com";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48056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Estas constantes permiten cambiar puerto, endpoint remoto o recurso de token mediante variables de entorno, pero no es obligatorio.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Proxy: como obtiene el 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3886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5887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const azureCliArgs = [</a:t>
            </a:r>
            <a:br/>
            <a:r>
              <a:t>  "account",</a:t>
            </a:r>
            <a:br/>
            <a:r>
              <a:t>  "get-access-token",</a:t>
            </a:r>
            <a:br/>
            <a:r>
              <a:t>  "--resource",</a:t>
            </a:r>
            <a:br/>
            <a:r>
              <a:t>  tokenResource,</a:t>
            </a:r>
            <a:br/>
            <a:r>
              <a:t>  "--output",</a:t>
            </a:r>
            <a:br/>
            <a:r>
              <a:t>  "json",</a:t>
            </a:r>
            <a:br/>
            <a:r>
              <a:t>];</a:t>
            </a:r>
            <a:br/>
            <a:br/>
            <a:r>
              <a:t>// En Windows ejecuta: cmd.exe /d /s /c az account get-access-token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257800"/>
            <a:ext cx="10789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5257800"/>
            <a:ext cx="73152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540410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Sesion usada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48640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t>Usa la sesion local creada por az login. Si az login es de otro usuario, Power BI recibira token de ese otro usuario.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Proxy: como reenvia al remoto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3749039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30">
                <a:solidFill>
                  <a:srgbClr val="E2E8F0"/>
                </a:solidFill>
                <a:latin typeface="Consolas"/>
              </a:defRPr>
            </a:pPr>
            <a:r>
              <a:t>const remoteResponse = await fetch(remoteUrl, {</a:t>
            </a:r>
            <a:br/>
            <a:r>
              <a:t>  method: "POST",</a:t>
            </a:r>
            <a:br/>
            <a:r>
              <a:t>  headers: {</a:t>
            </a:r>
            <a:br/>
            <a:r>
              <a:t>    Authorization: `Bearer ${getAzureToken()}`,</a:t>
            </a:r>
            <a:br/>
            <a:r>
              <a:t>    Accept: request.headers.accept || "application/json, text/event-stream",</a:t>
            </a:r>
            <a:br/>
            <a:r>
              <a:t>    "Content-Type": request.headers["content-type"] || "application/json",</a:t>
            </a:r>
            <a:br/>
            <a:r>
              <a:t>    "MCP-Protocol-Version": request.headers["mcp-protocol-version"] || "2025-06-18",</a:t>
            </a:r>
            <a:br/>
            <a:r>
              <a:t>  },</a:t>
            </a:r>
            <a:br/>
            <a:r>
              <a:t>  body,</a:t>
            </a:r>
            <a:br/>
            <a: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663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La peticion de Codex se conserva casi igual; el proxy solo agrega autenticacion y adapta cabeceras.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6: arrancar el proxy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E2E8F0"/>
                </a:solidFill>
                <a:latin typeface="Consolas"/>
              </a:defRPr>
            </a:pPr>
            <a:r>
              <a:t>Start-Process -WindowStyle Hidden node -ArgumentList "$HOME\.codex\mcp-powerbi-remote-proxy\powerbi-remote-http-proxy.mjs"</a:t>
            </a:r>
            <a:br/>
            <a:br/>
            <a:r>
              <a:t>Invoke-RestMethod http://127.0.0.1:39397/health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03320"/>
            <a:ext cx="10789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70332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84962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Resultado esperado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8736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La respuesta de /health debe ser: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7: validar que el puerto escucha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23774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Get-NetTCPConnection -LocalPort 39397 -ErrorAction SilentlyContinue</a:t>
            </a:r>
            <a:br/>
            <a:br/>
            <a:r>
              <a:t>Get-CimInstance Win32_Process |</a:t>
            </a:r>
            <a:br/>
            <a:r>
              <a:t>  Where-Object { $_.CommandLine -match 'powerbi-remote-http-proxy' } |</a:t>
            </a:r>
            <a:br/>
            <a:r>
              <a:t>  Select-Object ProcessId,Name,CommandLine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10789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88620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03250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Resultado esperado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702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Debe verse un node.exe ejecutando powerbi-remote-http-proxy.mjs y el puerto 39397 en Listen.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8: editar config.toml de Codex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Archivo: C:\Users\&lt;usuario&gt;\.codex\config.toml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789920" cy="2240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1058875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onsolas"/>
              </a:defRPr>
            </a:pPr>
            <a:r>
              <a:t>[mcp_servers.powerbi_remote]</a:t>
            </a:r>
            <a:br/>
            <a:r>
              <a:t>url = "http://127.0.0.1:39397/mcp"</a:t>
            </a:r>
            <a:br/>
            <a:r>
              <a:t>enabled = true</a:t>
            </a:r>
            <a:br/>
            <a:r>
              <a:t>startup_timeout_sec = 20.0</a:t>
            </a:r>
            <a:br/>
            <a:r>
              <a:t>tool_timeout_sec = 120.0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51960"/>
            <a:ext cx="10789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73152" cy="960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439826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Nombre del MCP dentro de 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El servidor se llama powerbi_remote. Ese es el nombre que veras en herramientas como mcp__powerbi_remote.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Config real actual: bloque relevante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10789920" cy="2743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588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2E8F0"/>
                </a:solidFill>
                <a:latin typeface="Consolas"/>
              </a:defRPr>
            </a:pPr>
            <a:r>
              <a:t>[mcp_servers.powerbi_remote]</a:t>
            </a:r>
            <a:br/>
            <a:r>
              <a:t>url = "http://127.0.0.1:39397/mcp"</a:t>
            </a:r>
            <a:br/>
            <a:r>
              <a:t>enabled = true</a:t>
            </a:r>
            <a:br/>
            <a:r>
              <a:t>startup_timeout_sec = 20.0</a:t>
            </a:r>
            <a:br/>
            <a:r>
              <a:t>tool_timeout_sec = 120.0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51960"/>
            <a:ext cx="10789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425196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39826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No hace falta copiar toda tu config.toml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634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Solo necesitas agregar o actualizar el bloque [mcp_servers.powerbi_remote]. El resto de config.toml puede quedarse como estaba.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9: prueba directa del proxy como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11201400" cy="52120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97280"/>
            <a:ext cx="110002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E2E8F0"/>
                </a:solidFill>
                <a:latin typeface="Consolas"/>
              </a:defRPr>
            </a:pPr>
            <a:r>
              <a:t>$body = @{</a:t>
            </a:r>
            <a:br/>
            <a:r>
              <a:t>  jsonrpc = "2.0"</a:t>
            </a:r>
            <a:br/>
            <a:r>
              <a:t>  id = 1</a:t>
            </a:r>
            <a:br/>
            <a:r>
              <a:t>  method = "initialize"</a:t>
            </a:r>
            <a:br/>
            <a:r>
              <a:t>  params = @{</a:t>
            </a:r>
            <a:br/>
            <a:r>
              <a:t>    protocolVersion = "2024-11-05"</a:t>
            </a:r>
            <a:br/>
            <a:r>
              <a:t>    capabilities = @{}</a:t>
            </a:r>
            <a:br/>
            <a:r>
              <a:t>    clientInfo = @{ name = "test"; version = "1.0" }</a:t>
            </a:r>
            <a:br/>
            <a:r>
              <a:t>  }</a:t>
            </a:r>
            <a:br/>
            <a:r>
              <a:t>} | ConvertTo-Json -Depth 8</a:t>
            </a:r>
            <a:br/>
            <a:br/>
            <a:r>
              <a:t>Invoke-WebRequest -Method Post `</a:t>
            </a:r>
            <a:br/>
            <a:r>
              <a:t>  -Uri "http://127.0.0.1:39397/mcp" `</a:t>
            </a:r>
            <a:br/>
            <a:r>
              <a:t>  -ContentType "application/json" `</a:t>
            </a:r>
            <a:br/>
            <a:r>
              <a:t>  -Headers @{ Accept = "application/json, text/event-stream" } `</a:t>
            </a:r>
            <a:br/>
            <a:r>
              <a:t>  -Body $body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Paso 10: usarlo desde Codex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2011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588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Consolas"/>
              </a:defRPr>
            </a:pPr>
            <a:r>
              <a:t>Usa exclusivamente el MCP remoto `powerbi_remote`.</a:t>
            </a:r>
            <a:br/>
            <a:r>
              <a:t>Obtén el esquema del semanticModelId: b62c59a0-4730-4328-ac2e-293328810f8d.</a:t>
            </a:r>
            <a:br/>
            <a:r>
              <a:t>Devuélveme tablas, columnas y medidas.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10789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352044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366674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Herramienta esperada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Codex debe llamar a mcp__powerbi_remote.GetSemanticModelSchema.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Resultado esperado con MicrosoftReactor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3520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709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3191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Tablas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DimComprador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DimFecha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DimPais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DimProducto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DimTipoDescuento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51560"/>
            <a:ext cx="3520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051560"/>
            <a:ext cx="73152" cy="47091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197863"/>
            <a:ext cx="3191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Tabla de hechos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60020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Fact_Ventas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Ventas_Brutas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Ventas_Netas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Costos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Beneficios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51560"/>
            <a:ext cx="35204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83879" y="1051560"/>
            <a:ext cx="73152" cy="4709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85048" y="1197863"/>
            <a:ext cx="31912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Medida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7451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Fact_Ventas[Medida]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88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Si aparece esto, Codex esta consultando el semantic model remoto.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La App Registration: por que la creamos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Motivo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</a:defRPr>
            </a:pPr>
            <a:r>
              <a:t>La documentacion oficial indica que clientes MCP externos pueden necesitar OAuth Client ID.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</a:defRPr>
            </a:pPr>
            <a:r>
              <a:t>Codex no podia registrar dinamicamente el cliente en Microsoft Entra.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</a:defRPr>
            </a:pPr>
            <a:r>
              <a:t>Creamos una App Registration para probar el camino OAuth oficial.</a:t>
            </a:r>
          </a:p>
          <a:p>
            <a:pPr>
              <a:spcAft>
                <a:spcPts val="400"/>
              </a:spcAft>
              <a:defRPr sz="1350">
                <a:solidFill>
                  <a:srgbClr val="0F172A"/>
                </a:solidFill>
              </a:defRPr>
            </a:pPr>
            <a:r>
              <a:t>Era una app publica para login delegado, no para client secret.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Nombre: MCPMicrosoftReacto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Client ID: 9806dd02-4f2d-49d0-9a72-c445f43fa222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Tenant ID: 9115fcaf-a94d-40b1-a3ba-b062c80555e0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Tipo: solo mi organizacion.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</a:defRPr>
            </a:pPr>
            <a:r>
              <a:t>Permisos delegados de Power BI.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La App Registration: que papel tiene ahora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 la solucion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No se usa directamente.</a:t>
            </a:r>
          </a:p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El proxy no lee el Client ID.</a:t>
            </a:r>
          </a:p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El proxy no usa client secret.</a:t>
            </a:r>
          </a:p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El proxy usa la sesion de Azure CLI.</a:t>
            </a:r>
          </a:p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Se puede conservar por si se reintenta OAuth directo cuando Microsoft lo corrija.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Por que cambiamos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El redirect URI mismatch se podia corregir.</a:t>
            </a:r>
          </a:p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Pero AADSTS9010010 seguia apareciendo.</a:t>
            </a:r>
          </a:p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Ese error viene del flujo OAuth directo resource/scope.</a:t>
            </a:r>
          </a:p>
          <a:p>
            <a:pPr>
              <a:spcAft>
                <a:spcPts val="400"/>
              </a:spcAft>
              <a:defRPr sz="1330">
                <a:solidFill>
                  <a:srgbClr val="0F172A"/>
                </a:solidFill>
              </a:defRPr>
            </a:pPr>
            <a:r>
              <a:t>Por eso usamos proxy local + az token.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Permisos Power BI usados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371600"/>
            <a:ext cx="73152" cy="1965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51790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Dataset.Read.All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Leer metadatos y datos de semantic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3152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51790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Workspace.Read.All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488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Leer contexto de workspaces.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375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73152" cy="19659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517904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MLModel.Execute.All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4884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Permiso requerido por el MCP remoto.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10652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4023360"/>
            <a:ext cx="73152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4169664"/>
            <a:ext cx="10323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 la solucion con Azure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62272"/>
            <a:ext cx="10104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solidFill>
                  <a:srgbClr val="0F172A"/>
                </a:solidFill>
              </a:defRPr>
            </a:pPr>
            <a:r>
              <a:t>Los permisos finales dependen del usuario logueado con az y de sus permisos reales en Power BI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Troubleshooting: TokenIsMissing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Significado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0F172A"/>
                </a:solidFill>
              </a:defRPr>
            </a:pPr>
            <a:r>
              <a:t>Fabric no recibio Bearer token valido.</a:t>
            </a:r>
          </a:p>
          <a:p>
            <a:pPr>
              <a:spcAft>
                <a:spcPts val="500"/>
              </a:spcAft>
              <a:defRPr sz="1450">
                <a:solidFill>
                  <a:srgbClr val="0F172A"/>
                </a:solidFill>
              </a:defRPr>
            </a:pPr>
            <a:r>
              <a:t>El proxy no pudo obtener token.</a:t>
            </a:r>
          </a:p>
          <a:p>
            <a:pPr>
              <a:spcAft>
                <a:spcPts val="500"/>
              </a:spcAft>
              <a:defRPr sz="1450">
                <a:solidFill>
                  <a:srgbClr val="0F172A"/>
                </a:solidFill>
              </a:defRPr>
            </a:pPr>
            <a:r>
              <a:t>O az no esta logueado.</a:t>
            </a:r>
          </a:p>
          <a:p>
            <a:pPr>
              <a:spcAft>
                <a:spcPts val="500"/>
              </a:spcAft>
              <a:defRPr sz="1450">
                <a:solidFill>
                  <a:srgbClr val="0F172A"/>
                </a:solidFill>
              </a:defRPr>
            </a:pPr>
            <a:r>
              <a:t>O se esta usando otra cuenta/tenant.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Comandos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4892040" cy="2880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2824" y="1737360"/>
            <a:ext cx="4690872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az account show</a:t>
            </a:r>
            <a:br/>
            <a:r>
              <a:t>az login --tenant 9115fcaf-a94d-40b1-a3ba-b062c80555e0</a:t>
            </a:r>
            <a:br/>
            <a:r>
              <a:t>az account get-access-token --resource https://api.fabric.microsoft.com --query expiresOn -o tsv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Troubleshooting: proxy no responde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2880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143000"/>
            <a:ext cx="10588752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Consolas"/>
              </a:defRPr>
            </a:pPr>
            <a:r>
              <a:t>Invoke-RestMethod http://127.0.0.1:39397/health</a:t>
            </a:r>
            <a:br/>
            <a:br/>
            <a:r>
              <a:t>Get-NetTCPConnection -LocalPort 39397 -ErrorAction SilentlyContinue</a:t>
            </a:r>
            <a:br/>
            <a:br/>
            <a:r>
              <a:t>Start-Process -WindowStyle Hidden node -ArgumentList "$HOME\.codex\mcp-powerbi-remote-proxy\powerbi-remote-http-proxy.mjs"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976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429768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443984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Regla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177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t>Si /health no devuelve ok, Codex no podra llegar al MCP remoto.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Troubleshooting: AADSTS9010010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Que 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Error de Microsoft Entra.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Resource parameter no coincide con scopes.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Aparecia al intentar OAuth directo.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No se arregla con el proxy porque el proxy evita ese flujo.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Que hacer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800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No apuntar Codex directo a https://api.fabric...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Apuntar Codex a http://127.0.0.1:39397/mcp.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Mantener proxy arrancado.</a:t>
            </a:r>
          </a:p>
          <a:p>
            <a:pPr>
              <a:spcAft>
                <a:spcPts val="500"/>
              </a:spcAft>
              <a:defRPr sz="1420">
                <a:solidFill>
                  <a:srgbClr val="0F172A"/>
                </a:solidFill>
              </a:defRPr>
            </a:pPr>
            <a:r>
              <a:t>Usar az login para token.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Mantenimiento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Cambio de usuario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4892040" cy="2194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14984" y="1691640"/>
            <a:ext cx="4690872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az logout</a:t>
            </a:r>
            <a:br/>
            <a:r>
              <a:t>az login --tenant 9115fcaf-a94d-40b1-a3ba-b062c80555e0</a:t>
            </a:r>
            <a:br/>
            <a:r>
              <a:t>az account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t>Reinicia el proxy si quieres limpiar cache de token.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349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73152" cy="457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197863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Reiniciar proxy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4892040" cy="21945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92824" y="1691640"/>
            <a:ext cx="4690872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Consolas"/>
              </a:defRPr>
            </a:pPr>
            <a:r>
              <a:t>Get-Process node | Stop-Process -Force</a:t>
            </a:r>
            <a:br/>
            <a:r>
              <a:t>Start-Process -WindowStyle Hidden node -ArgumentList "$HOME\.codex\mcp-powerbi-remote-proxy\powerbi-remote-http-proxy.mjs"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6908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DC2626"/>
                </a:solidFill>
              </a:defRPr>
            </a:pPr>
            <a:r>
              <a:t>Cuidado: esto cierra todos los procesos node del usuario.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Checklist final de instalacion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892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Orden exacto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20">
                <a:solidFill>
                  <a:srgbClr val="0F172A"/>
                </a:solidFill>
              </a:defRPr>
            </a:pPr>
            <a:r>
              <a:t>1. Confirmar acceso al semantic model en Power BI Service.</a:t>
            </a:r>
          </a:p>
          <a:p>
            <a:pPr>
              <a:spcAft>
                <a:spcPts val="400"/>
              </a:spcAft>
              <a:defRPr sz="1420">
                <a:solidFill>
                  <a:srgbClr val="0F172A"/>
                </a:solidFill>
              </a:defRPr>
            </a:pPr>
            <a:r>
              <a:t>2. Instalar Node.js y Azure CLI.</a:t>
            </a:r>
          </a:p>
          <a:p>
            <a:pPr>
              <a:spcAft>
                <a:spcPts val="400"/>
              </a:spcAft>
              <a:defRPr sz="1420">
                <a:solidFill>
                  <a:srgbClr val="0F172A"/>
                </a:solidFill>
              </a:defRPr>
            </a:pPr>
            <a:r>
              <a:t>3. Ejecutar az login --tenant &lt;TENANT_ID&gt;.</a:t>
            </a:r>
          </a:p>
          <a:p>
            <a:pPr>
              <a:spcAft>
                <a:spcPts val="400"/>
              </a:spcAft>
              <a:defRPr sz="1420">
                <a:solidFill>
                  <a:srgbClr val="0F172A"/>
                </a:solidFill>
              </a:defRPr>
            </a:pPr>
            <a:r>
              <a:t>4. Crear .codex\mcp-powerbi-remote-proxy.</a:t>
            </a:r>
          </a:p>
          <a:p>
            <a:pPr>
              <a:spcAft>
                <a:spcPts val="400"/>
              </a:spcAft>
              <a:defRPr sz="1420">
                <a:solidFill>
                  <a:srgbClr val="0F172A"/>
                </a:solidFill>
              </a:defRPr>
            </a:pPr>
            <a:r>
              <a:t>5. Crear powerbi-remote-http-proxy.mjs con el codigo completo del apendice.</a:t>
            </a:r>
          </a:p>
          <a:p>
            <a:pPr>
              <a:spcAft>
                <a:spcPts val="400"/>
              </a:spcAft>
              <a:defRPr sz="1420">
                <a:solidFill>
                  <a:srgbClr val="0F172A"/>
                </a:solidFill>
              </a:defRPr>
            </a:pPr>
            <a:r>
              <a:t>6. Arrancar proxy y validar /health.</a:t>
            </a:r>
          </a:p>
          <a:p>
            <a:pPr>
              <a:spcAft>
                <a:spcPts val="400"/>
              </a:spcAft>
              <a:defRPr sz="1420">
                <a:solidFill>
                  <a:srgbClr val="0F172A"/>
                </a:solidFill>
              </a:defRPr>
            </a:pPr>
            <a:r>
              <a:t>7. Agregar [mcp_servers.powerbi_remote] en config.toml.</a:t>
            </a:r>
          </a:p>
          <a:p>
            <a:pPr>
              <a:spcAft>
                <a:spcPts val="400"/>
              </a:spcAft>
              <a:defRPr sz="1420">
                <a:solidFill>
                  <a:srgbClr val="0F172A"/>
                </a:solidFill>
              </a:defRPr>
            </a:pPr>
            <a:r>
              <a:t>8. Preguntar a Codex usando powerbi_remote.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Apendices incluidos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51560"/>
            <a:ext cx="107899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73152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197863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Codigo completo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A: powerbi-remote-http-proxy.mjs completo, con numeros de linea.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B: config.toml minimo para Codex.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C: comandos de instalacion completos.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</a:defRPr>
            </a:pPr>
            <a:r>
              <a:t>Apendice D: referencias oficiales.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Proxy HTTP local completo (1/6)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C:\Users\vicen\.codex\mcp-powerbi-remote-proxy\powerbi-remote-http-proxy.mjs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  1  #!/usr/bin/env node</a:t>
            </a:r>
            <a:br/>
            <a:r>
              <a:t>  2  </a:t>
            </a:r>
            <a:br/>
            <a:r>
              <a:t>  3  import { spawnSync } from "node:child_process";</a:t>
            </a:r>
            <a:br/>
            <a:r>
              <a:t>  4  import http from "node:http";</a:t>
            </a:r>
            <a:br/>
            <a:r>
              <a:t>  5  </a:t>
            </a:r>
            <a:br/>
            <a:r>
              <a:t>  6  const port = Number(process.env.POWERBI_MCP_PROXY_PORT || "39397");</a:t>
            </a:r>
            <a:br/>
            <a:r>
              <a:t>  7  const host = process.env.POWERBI_MCP_PROXY_HOST || "127.0.0.1";</a:t>
            </a:r>
            <a:br/>
            <a:r>
              <a:t>  8  const remoteUrl =</a:t>
            </a:r>
            <a:br/>
            <a:r>
              <a:t>  9    process.env.POWERBI_MCP_URL ||</a:t>
            </a:r>
            <a:br/>
            <a:r>
              <a:t> 10    "https://api.fabric.microsoft.com/v1/mcp/powerbi";</a:t>
            </a:r>
            <a:br/>
            <a:r>
              <a:t> 11  const tokenResource =</a:t>
            </a:r>
            <a:br/>
            <a:r>
              <a:t> 12    process.env.POWERBI_MCP_RESOURCE || "https://api.fabric.microsoft.com";</a:t>
            </a:r>
            <a:br/>
            <a:r>
              <a:t> 13  </a:t>
            </a:r>
            <a:br/>
            <a:r>
              <a:t> 14  let tokenCache = { token: null, expiresAt: 0 };</a:t>
            </a:r>
            <a:br/>
            <a:r>
              <a:t> 15  </a:t>
            </a:r>
            <a:br/>
            <a:r>
              <a:t> 16  function truncate(value, maxLength = 1200) {</a:t>
            </a:r>
            <a:br/>
            <a:r>
              <a:t> 17    if (!value || value.length &lt;= maxLength) return value || "";</a:t>
            </a:r>
            <a:br/>
            <a:r>
              <a:t> 18    return `${value.slice(0, maxLength)}...`;</a:t>
            </a:r>
            <a:br/>
            <a:r>
              <a:t> 19  }</a:t>
            </a:r>
            <a:br/>
            <a:r>
              <a:t> 20  </a:t>
            </a:r>
            <a:br/>
            <a:r>
              <a:t> 21  function getAzureToken() {</a:t>
            </a:r>
            <a:br/>
            <a:r>
              <a:t> 22    const now = Date.now();</a:t>
            </a:r>
            <a:br/>
            <a:r>
              <a:t> 23    if (tokenCache.token &amp;&amp; tokenCache.expiresAt - now &gt; 5 * 60 * 1000) {</a:t>
            </a:r>
            <a:br/>
            <a:r>
              <a:t> 24      return tokenCache.token;</a:t>
            </a:r>
            <a:br/>
            <a:r>
              <a:t> 25    }</a:t>
            </a:r>
            <a:br/>
            <a:r>
              <a:t> 26  </a:t>
            </a:r>
            <a:br/>
            <a:r>
              <a:t> 27    const azureCliArgs = [</a:t>
            </a:r>
            <a:br/>
            <a:r>
              <a:t> 28      "account",</a:t>
            </a:r>
            <a:br/>
            <a:r>
              <a:t> 29      "get-access-token",</a:t>
            </a:r>
            <a:br/>
            <a:r>
              <a:t> 30      "--resource",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Proxy HTTP local completo (2/6)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C:\Users\vicen\.codex\mcp-powerbi-remote-proxy\powerbi-remote-http-proxy.mjs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 31      tokenResource,</a:t>
            </a:r>
            <a:br/>
            <a:r>
              <a:t> 32      "--output",</a:t>
            </a:r>
            <a:br/>
            <a:r>
              <a:t> 33      "json",</a:t>
            </a:r>
            <a:br/>
            <a:r>
              <a:t> 34    ];</a:t>
            </a:r>
            <a:br/>
            <a:r>
              <a:t> 35    const command = process.platform === "win32" ? "cmd.exe" : "az";</a:t>
            </a:r>
            <a:br/>
            <a:r>
              <a:t> 36    const args =</a:t>
            </a:r>
            <a:br/>
            <a:r>
              <a:t> 37      process.platform === "win32"</a:t>
            </a:r>
            <a:br/>
            <a:r>
              <a:t> 38        ? ["/d", "/s", "/c", "az", ...azureCliArgs]</a:t>
            </a:r>
            <a:br/>
            <a:r>
              <a:t> 39        : azureCliArgs;</a:t>
            </a:r>
            <a:br/>
            <a:r>
              <a:t> 40  </a:t>
            </a:r>
            <a:br/>
            <a:r>
              <a:t> 41    const result = spawnSync(command, args, {</a:t>
            </a:r>
            <a:br/>
            <a:r>
              <a:t> 42      encoding: "utf8",</a:t>
            </a:r>
            <a:br/>
            <a:r>
              <a:t> 43      windowsHide: true,</a:t>
            </a:r>
            <a:br/>
            <a:r>
              <a:t> 44    });</a:t>
            </a:r>
            <a:br/>
            <a:r>
              <a:t> 45  </a:t>
            </a:r>
            <a:br/>
            <a:r>
              <a:t> 46    if (result.error) {</a:t>
            </a:r>
            <a:br/>
            <a:r>
              <a:t> 47      throw new Error(`Failed to run az: ${result.error.message}`);</a:t>
            </a:r>
            <a:br/>
            <a:r>
              <a:t> 48    }</a:t>
            </a:r>
            <a:br/>
            <a:r>
              <a:t> 49    if (result.status !== 0) {</a:t>
            </a:r>
            <a:br/>
            <a:r>
              <a:t> 50      throw new Error(</a:t>
            </a:r>
            <a:br/>
            <a:r>
              <a:t> 51        `az account get-access-token failed: ${truncate(result.stderr || result.stdout)}`,</a:t>
            </a:r>
            <a:br/>
            <a:r>
              <a:t> 52      );</a:t>
            </a:r>
            <a:br/>
            <a:r>
              <a:t> 53    }</a:t>
            </a:r>
            <a:br/>
            <a:r>
              <a:t> 54  </a:t>
            </a:r>
            <a:br/>
            <a:r>
              <a:t> 55    const payload = JSON.parse(result.stdout);</a:t>
            </a:r>
            <a:br/>
            <a:r>
              <a:t> 56    let expiresAt = now + 50 * 60 * 1000;</a:t>
            </a:r>
            <a:br/>
            <a:r>
              <a:t> 57  </a:t>
            </a:r>
            <a:br/>
            <a:r>
              <a:t> 58    if (payload.expires_on) {</a:t>
            </a:r>
            <a:br/>
            <a:r>
              <a:t> 59      expiresAt = Number(payload.expires_on) * 1000;</a:t>
            </a:r>
            <a:br/>
            <a:r>
              <a:t> 60    } else if (payload.expiresOn)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Proxy HTTP local completo (3/6)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C:\Users\vicen\.codex\mcp-powerbi-remote-proxy\powerbi-remote-http-proxy.mjs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 61      const normalized = String(payload.expiresOn)</a:t>
            </a:r>
            <a:br/>
            <a:r>
              <a:t> 62        .replace(" ", "T")</a:t>
            </a:r>
            <a:br/>
            <a:r>
              <a:t> 63        .replace(/\.\d+$/, "");</a:t>
            </a:r>
            <a:br/>
            <a:r>
              <a:t> 64      const parsed = Date.parse(normalized);</a:t>
            </a:r>
            <a:br/>
            <a:r>
              <a:t> 65      if (!Number.isNaN(parsed)) expiresAt = parsed;</a:t>
            </a:r>
            <a:br/>
            <a:r>
              <a:t> 66    }</a:t>
            </a:r>
            <a:br/>
            <a:r>
              <a:t> 67  </a:t>
            </a:r>
            <a:br/>
            <a:r>
              <a:t> 68    tokenCache = {</a:t>
            </a:r>
            <a:br/>
            <a:r>
              <a:t> 69      token: payload.accessToken,</a:t>
            </a:r>
            <a:br/>
            <a:r>
              <a:t> 70      expiresAt,</a:t>
            </a:r>
            <a:br/>
            <a:r>
              <a:t> 71    };</a:t>
            </a:r>
            <a:br/>
            <a:r>
              <a:t> 72    return tokenCache.token;</a:t>
            </a:r>
            <a:br/>
            <a:r>
              <a:t> 73  }</a:t>
            </a:r>
            <a:br/>
            <a:r>
              <a:t> 74  </a:t>
            </a:r>
            <a:br/>
            <a:r>
              <a:t> 75  function readRequestBody(request) {</a:t>
            </a:r>
            <a:br/>
            <a:r>
              <a:t> 76    return new Promise((resolve, reject) =&gt; {</a:t>
            </a:r>
            <a:br/>
            <a:r>
              <a:t> 77      const chunks = [];</a:t>
            </a:r>
            <a:br/>
            <a:r>
              <a:t> 78      request.on("data", (chunk) =&gt; chunks.push(chunk));</a:t>
            </a:r>
            <a:br/>
            <a:r>
              <a:t> 79      request.on("end", () =&gt; resolve(Buffer.concat(chunks)));</a:t>
            </a:r>
            <a:br/>
            <a:r>
              <a:t> 80      request.on("error", reject);</a:t>
            </a:r>
            <a:br/>
            <a:r>
              <a:t> 81    });</a:t>
            </a:r>
            <a:br/>
            <a:r>
              <a:t> 82  }</a:t>
            </a:r>
            <a:br/>
            <a:r>
              <a:t> 83  </a:t>
            </a:r>
            <a:br/>
            <a:r>
              <a:t> 84  function jsonRpcErrorFromRequest(body, message) {</a:t>
            </a:r>
            <a:br/>
            <a:r>
              <a:t> 85    let id = null;</a:t>
            </a:r>
            <a:br/>
            <a:r>
              <a:t> 86    try {</a:t>
            </a:r>
            <a:br/>
            <a:r>
              <a:t> 87      const payload = JSON.parse(body.toString("utf8"));</a:t>
            </a:r>
            <a:br/>
            <a:r>
              <a:t> 88      id = payload?.id ?? null;</a:t>
            </a:r>
            <a:br/>
            <a:r>
              <a:t> 89    } catch {</a:t>
            </a:r>
            <a:br/>
            <a:r>
              <a:t> 90      // Keep id null for malformed or non-JSON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Proxy HTTP local completo (4/6)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C:\Users\vicen\.codex\mcp-powerbi-remote-proxy\powerbi-remote-http-proxy.mjs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 91    }</a:t>
            </a:r>
            <a:br/>
            <a:r>
              <a:t> 92  </a:t>
            </a:r>
            <a:br/>
            <a:r>
              <a:t> 93    return JSON.stringify({</a:t>
            </a:r>
            <a:br/>
            <a:r>
              <a:t> 94      jsonrpc: "2.0",</a:t>
            </a:r>
            <a:br/>
            <a:r>
              <a:t> 95      id,</a:t>
            </a:r>
            <a:br/>
            <a:r>
              <a:t> 96      error: {</a:t>
            </a:r>
            <a:br/>
            <a:r>
              <a:t> 97        code: -32603,</a:t>
            </a:r>
            <a:br/>
            <a:r>
              <a:t> 98        message,</a:t>
            </a:r>
            <a:br/>
            <a:r>
              <a:t> 99      },</a:t>
            </a:r>
            <a:br/>
            <a:r>
              <a:t>100    });</a:t>
            </a:r>
            <a:br/>
            <a:r>
              <a:t>101  }</a:t>
            </a:r>
            <a:br/>
            <a:r>
              <a:t>102  </a:t>
            </a:r>
            <a:br/>
            <a:r>
              <a:t>103  const server = http.createServer(async (request, response) =&gt; {</a:t>
            </a:r>
            <a:br/>
            <a:r>
              <a:t>104    if (request.method === "GET" &amp;&amp; request.url === "/health") {</a:t>
            </a:r>
            <a:br/>
            <a:r>
              <a:t>105      response.writeHead(200, { "content-type": "text/plain; charset=utf-8" });</a:t>
            </a:r>
            <a:br/>
            <a:r>
              <a:t>106      response.end("ok");</a:t>
            </a:r>
            <a:br/>
            <a:r>
              <a:t>107      return;</a:t>
            </a:r>
            <a:br/>
            <a:r>
              <a:t>108    }</a:t>
            </a:r>
            <a:br/>
            <a:r>
              <a:t>109  </a:t>
            </a:r>
            <a:br/>
            <a:r>
              <a:t>110    if (request.method !== "POST" || !request.url?.startsWith("/mcp")) {</a:t>
            </a:r>
            <a:br/>
            <a:r>
              <a:t>111      response.writeHead(404, { "content-type": "text/plain; charset=utf-8" });</a:t>
            </a:r>
            <a:br/>
            <a:r>
              <a:t>112      response.end("not found");</a:t>
            </a:r>
            <a:br/>
            <a:r>
              <a:t>113      return;</a:t>
            </a:r>
            <a:br/>
            <a:r>
              <a:t>114    }</a:t>
            </a:r>
            <a:br/>
            <a:r>
              <a:t>115  </a:t>
            </a:r>
            <a:br/>
            <a:r>
              <a:t>116    const body = await readRequestBody(request);</a:t>
            </a:r>
            <a:br/>
            <a:r>
              <a:t>117  </a:t>
            </a:r>
            <a:br/>
            <a:r>
              <a:t>118    try {</a:t>
            </a:r>
            <a:br/>
            <a:r>
              <a:t>119      const remoteResponse = await fetch(remoteUrl, {</a:t>
            </a:r>
            <a:br/>
            <a:r>
              <a:t>120        method: "POST",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Proxy HTTP local completo (5/6)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C:\Users\vicen\.codex\mcp-powerbi-remote-proxy\powerbi-remote-http-proxy.mjs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121        headers: {</a:t>
            </a:r>
            <a:br/>
            <a:r>
              <a:t>122          Authorization: `Bearer ${getAzureToken()}`,</a:t>
            </a:r>
            <a:br/>
            <a:r>
              <a:t>123          Accept:</a:t>
            </a:r>
            <a:br/>
            <a:r>
              <a:t>124            request.headers.accept || "application/json, text/event-stream",</a:t>
            </a:r>
            <a:br/>
            <a:r>
              <a:t>125          "Content-Type": request.headers["content-type"] || "application/json",</a:t>
            </a:r>
            <a:br/>
            <a:r>
              <a:t>126          "MCP-Protocol-Version":</a:t>
            </a:r>
            <a:br/>
            <a:r>
              <a:t>127            request.headers["mcp-protocol-version"] || "2025-06-18",</a:t>
            </a:r>
            <a:br/>
            <a:r>
              <a:t>128        },</a:t>
            </a:r>
            <a:br/>
            <a:r>
              <a:t>129        body,</a:t>
            </a:r>
            <a:br/>
            <a:r>
              <a:t>130      });</a:t>
            </a:r>
            <a:br/>
            <a:r>
              <a:t>131  </a:t>
            </a:r>
            <a:br/>
            <a:r>
              <a:t>132      const responseBody = Buffer.from(await remoteResponse.arrayBuffer());</a:t>
            </a:r>
            <a:br/>
            <a:r>
              <a:t>133      const headers = {};</a:t>
            </a:r>
            <a:br/>
            <a:r>
              <a:t>134      for (const [key, value] of remoteResponse.headers) {</a:t>
            </a:r>
            <a:br/>
            <a:r>
              <a:t>135        if (</a:t>
            </a:r>
            <a:br/>
            <a:r>
              <a:t>136          ![</a:t>
            </a:r>
            <a:br/>
            <a:r>
              <a:t>137            "connection",</a:t>
            </a:r>
            <a:br/>
            <a:r>
              <a:t>138            "content-encoding",</a:t>
            </a:r>
            <a:br/>
            <a:r>
              <a:t>139            "content-length",</a:t>
            </a:r>
            <a:br/>
            <a:r>
              <a:t>140            "keep-alive",</a:t>
            </a:r>
            <a:br/>
            <a:r>
              <a:t>141            "transfer-encoding",</a:t>
            </a:r>
            <a:br/>
            <a:r>
              <a:t>142          ].includes(key.toLowerCase())</a:t>
            </a:r>
            <a:br/>
            <a:r>
              <a:t>143        ) {</a:t>
            </a:r>
            <a:br/>
            <a:r>
              <a:t>144          headers[key] = value;</a:t>
            </a:r>
            <a:br/>
            <a:r>
              <a:t>145        }</a:t>
            </a:r>
            <a:br/>
            <a:r>
              <a:t>146      }</a:t>
            </a:r>
            <a:br/>
            <a:r>
              <a:t>147  </a:t>
            </a:r>
            <a:br/>
            <a:r>
              <a:t>148      response.writeHead(remoteResponse.status, headers);</a:t>
            </a:r>
            <a:br/>
            <a:r>
              <a:t>149      response.end(responseBody);</a:t>
            </a:r>
            <a:br/>
            <a:r>
              <a:t>150    } catch (error)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A - Proxy HTTP local completo (6/6)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75569"/>
                </a:solidFill>
              </a:defRPr>
            </a:pPr>
            <a:r>
              <a:t>C:\Users\vicen\.codex\mcp-powerbi-remote-proxy\powerbi-remote-http-proxy.mjs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3312"/>
            <a:ext cx="11292840" cy="5166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1444752"/>
            <a:ext cx="11091672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30">
                <a:solidFill>
                  <a:srgbClr val="E2E8F0"/>
                </a:solidFill>
                <a:latin typeface="Consolas"/>
              </a:defRPr>
            </a:pPr>
            <a:r>
              <a:t>151      const message = error instanceof Error ? error.message : String(error);</a:t>
            </a:r>
            <a:br/>
            <a:r>
              <a:t>152      const errorBody = jsonRpcErrorFromRequest(body, message);</a:t>
            </a:r>
            <a:br/>
            <a:r>
              <a:t>153      response.writeHead(200, { "content-type": "application/json" });</a:t>
            </a:r>
            <a:br/>
            <a:r>
              <a:t>154      response.end(errorBody);</a:t>
            </a:r>
            <a:br/>
            <a:r>
              <a:t>155    }</a:t>
            </a:r>
            <a:br/>
            <a:r>
              <a:t>156  });</a:t>
            </a:r>
            <a:br/>
            <a:r>
              <a:t>157  </a:t>
            </a:r>
            <a:br/>
            <a:r>
              <a:t>158  server.listen(port, host, () =&gt; {</a:t>
            </a:r>
            <a:br/>
            <a:r>
              <a:t>159    process.stderr.write(</a:t>
            </a:r>
            <a:br/>
            <a:r>
              <a:t>160      `Power BI MCP HTTP proxy listening on http://${host}:${port}/mcp\n`,</a:t>
            </a:r>
            <a:br/>
            <a:r>
              <a:t>161    );</a:t>
            </a:r>
            <a:br/>
            <a:r>
              <a:t>162 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B - config.toml minimo completo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10789920" cy="2743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371600"/>
            <a:ext cx="10588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  <a:latin typeface="Consolas"/>
              </a:defRPr>
            </a:pPr>
            <a:r>
              <a:t>[mcp_servers.powerbi_remote]</a:t>
            </a:r>
            <a:br/>
            <a:r>
              <a:t>url = "http://127.0.0.1:39397/mcp"</a:t>
            </a:r>
            <a:br/>
            <a:r>
              <a:t>enabled = true</a:t>
            </a:r>
            <a:br/>
            <a:r>
              <a:t>startup_timeout_sec = 20.0</a:t>
            </a:r>
            <a:br/>
            <a:r>
              <a:t>tool_timeout_sec = 120.0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C - comandos completos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201400" cy="55321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1051560"/>
            <a:ext cx="1100023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>
                <a:solidFill>
                  <a:srgbClr val="E2E8F0"/>
                </a:solidFill>
                <a:latin typeface="Consolas"/>
              </a:defRPr>
            </a:pPr>
            <a:r>
              <a:t># 1. Login</a:t>
            </a:r>
            <a:br/>
            <a:r>
              <a:t>az login --tenant 9115fcaf-a94d-40b1-a3ba-b062c80555e0</a:t>
            </a:r>
            <a:br/>
            <a:r>
              <a:t>az account show --query "{user:user.name, tenant:tenantId}" -o table</a:t>
            </a:r>
            <a:br/>
            <a:br/>
            <a:r>
              <a:t># 2. Validar token</a:t>
            </a:r>
            <a:br/>
            <a:r>
              <a:t>az account get-access-token --resource https://api.fabric.microsoft.com --query expiresOn -o tsv</a:t>
            </a:r>
            <a:br/>
            <a:br/>
            <a:r>
              <a:t># 3. Crear carpeta</a:t>
            </a:r>
            <a:br/>
            <a:r>
              <a:t>mkdir "$HOME\.codex\mcp-powerbi-remote-proxy"</a:t>
            </a:r>
            <a:br/>
            <a:br/>
            <a:r>
              <a:t># 4. Crear este archivo con el codigo del Apendice A</a:t>
            </a:r>
            <a:br/>
            <a:r>
              <a:t># $HOME\.codex\mcp-powerbi-remote-proxy\powerbi-remote-http-proxy.mjs</a:t>
            </a:r>
            <a:br/>
            <a:br/>
            <a:r>
              <a:t># 5. Arrancar proxy</a:t>
            </a:r>
            <a:br/>
            <a:r>
              <a:t>Start-Process -WindowStyle Hidden node -ArgumentList "$HOME\.codex\mcp-powerbi-remote-proxy\powerbi-remote-http-proxy.mjs"</a:t>
            </a:r>
            <a:br/>
            <a:br/>
            <a:r>
              <a:t># 6. Validar proxy</a:t>
            </a:r>
            <a:br/>
            <a:r>
              <a:t>Invoke-RestMethod http://127.0.0.1:39397/health</a:t>
            </a:r>
            <a:br/>
            <a:br/>
            <a:r>
              <a:t># 7. Editar config.toml con el bloque del Apendice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t>Apendice D - referencias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10789920" cy="53035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097280"/>
            <a:ext cx="105887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Power BI MCP overview</a:t>
            </a:r>
            <a:br/>
            <a:r>
              <a:t>https://learn.microsoft.com/en-us/power-bi/developer/mcp/mcp-servers-overview</a:t>
            </a:r>
            <a:br/>
            <a:br/>
            <a:r>
              <a:t>Remote Power BI MCP with external clients</a:t>
            </a:r>
            <a:br/>
            <a:r>
              <a:t>https://learn.microsoft.com/en-us/power-bi/developer/mcp/remote-mcp-server-external-clients</a:t>
            </a:r>
            <a:br/>
            <a:br/>
            <a:r>
              <a:t>Microsoft Entra AADSTS50011</a:t>
            </a:r>
            <a:br/>
            <a:r>
              <a:t>https://learn.microsoft.com/en-us/troubleshoot/entra/entra-id/app-integration/error-code-aadsts50011-redirect-uri-mismatch</a:t>
            </a:r>
            <a:br/>
            <a:br/>
            <a:r>
              <a:t>Incidencia Microsoft / Power BI MCP: AADSTS9010010</a:t>
            </a:r>
            <a:br/>
            <a:r>
              <a:t>https://github.com/microsoft/powerbi-modeling-mcp/issues/68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4126</Words>
  <Application>Microsoft Office PowerPoint</Application>
  <PresentationFormat>Panorámica</PresentationFormat>
  <Paragraphs>264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vicente</dc:creator>
  <cp:keywords/>
  <dc:description>generated using python-pptx</dc:description>
  <cp:lastModifiedBy>vicente antonio juan magallanes</cp:lastModifiedBy>
  <cp:revision>1</cp:revision>
  <dcterms:created xsi:type="dcterms:W3CDTF">2013-01-27T09:14:16Z</dcterms:created>
  <dcterms:modified xsi:type="dcterms:W3CDTF">2026-07-16T17:29:52Z</dcterms:modified>
  <cp:category/>
</cp:coreProperties>
</file>